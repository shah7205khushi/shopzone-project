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8"/>
  </p:notesMasterIdLst>
  <p:handoutMasterIdLst>
    <p:handoutMasterId r:id="rId39"/>
  </p:handoutMasterIdLst>
  <p:sldIdLst>
    <p:sldId id="256" r:id="rId2"/>
    <p:sldId id="260" r:id="rId3"/>
    <p:sldId id="261" r:id="rId4"/>
    <p:sldId id="257" r:id="rId5"/>
    <p:sldId id="258" r:id="rId6"/>
    <p:sldId id="259" r:id="rId7"/>
    <p:sldId id="296" r:id="rId8"/>
    <p:sldId id="262" r:id="rId9"/>
    <p:sldId id="263" r:id="rId10"/>
    <p:sldId id="264" r:id="rId11"/>
    <p:sldId id="265" r:id="rId12"/>
    <p:sldId id="266" r:id="rId13"/>
    <p:sldId id="267" r:id="rId14"/>
    <p:sldId id="268" r:id="rId15"/>
    <p:sldId id="269" r:id="rId16"/>
    <p:sldId id="270" r:id="rId17"/>
    <p:sldId id="297" r:id="rId18"/>
    <p:sldId id="271" r:id="rId19"/>
    <p:sldId id="298" r:id="rId20"/>
    <p:sldId id="299" r:id="rId21"/>
    <p:sldId id="300" r:id="rId22"/>
    <p:sldId id="303" r:id="rId23"/>
    <p:sldId id="302" r:id="rId24"/>
    <p:sldId id="301" r:id="rId25"/>
    <p:sldId id="306" r:id="rId26"/>
    <p:sldId id="307" r:id="rId27"/>
    <p:sldId id="305" r:id="rId28"/>
    <p:sldId id="304" r:id="rId29"/>
    <p:sldId id="308" r:id="rId30"/>
    <p:sldId id="309" r:id="rId31"/>
    <p:sldId id="272" r:id="rId32"/>
    <p:sldId id="275" r:id="rId33"/>
    <p:sldId id="276" r:id="rId34"/>
    <p:sldId id="277" r:id="rId35"/>
    <p:sldId id="273" r:id="rId36"/>
    <p:sldId id="274" r:id="rId3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4" d="100"/>
          <a:sy n="74" d="100"/>
        </p:scale>
        <p:origin x="1714" y="62"/>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notesViewPr>
    <p:cSldViewPr>
      <p:cViewPr varScale="1">
        <p:scale>
          <a:sx n="70" d="100"/>
          <a:sy n="70" d="100"/>
        </p:scale>
        <p:origin x="-2814" y="-9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handoutMaster" Target="handoutMasters/handout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D86723EA-FB95-4AC8-A4BD-58E4669E0B1F}" type="datetimeFigureOut">
              <a:rPr lang="en-US" smtClean="0"/>
              <a:t>12/30/2024</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r>
              <a:rPr lang="en-US" dirty="0"/>
              <a:t>Department of Computer Science </a:t>
            </a:r>
          </a:p>
        </p:txBody>
      </p:sp>
      <p:sp>
        <p:nvSpPr>
          <p:cNvPr id="6" name="Slide Number Placeholder 5"/>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38353E84-709F-48AD-B377-36E23602935D}" type="slidenum">
              <a:rPr lang="en-US" smtClean="0"/>
              <a:t>‹#›</a:t>
            </a:fld>
            <a:endParaRPr lang="en-US"/>
          </a:p>
        </p:txBody>
      </p:sp>
    </p:spTree>
    <p:extLst>
      <p:ext uri="{BB962C8B-B14F-4D97-AF65-F5344CB8AC3E}">
        <p14:creationId xmlns:p14="http://schemas.microsoft.com/office/powerpoint/2010/main" val="2977289045"/>
      </p:ext>
    </p:extLst>
  </p:cSld>
  <p:clrMap bg1="lt1" tx1="dk1" bg2="lt2" tx2="dk2" accent1="accent1" accent2="accent2" accent3="accent3" accent4="accent4" accent5="accent5" accent6="accent6" hlink="hlink" folHlink="folHlink"/>
  <p:hf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B646754-D48D-4561-B55F-9FFCE584DA41}" type="datetimeFigureOut">
              <a:rPr lang="en-US" smtClean="0"/>
              <a:t>12/30/2024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3809CBC-FADD-4676-B5C3-313D902CEF1C}" type="slidenum">
              <a:rPr lang="en-US" smtClean="0"/>
              <a:t>‹#›</a:t>
            </a:fld>
            <a:endParaRPr lang="en-US"/>
          </a:p>
        </p:txBody>
      </p:sp>
    </p:spTree>
    <p:extLst>
      <p:ext uri="{BB962C8B-B14F-4D97-AF65-F5344CB8AC3E}">
        <p14:creationId xmlns:p14="http://schemas.microsoft.com/office/powerpoint/2010/main" val="1342149259"/>
      </p:ext>
    </p:extLst>
  </p:cSld>
  <p:clrMap bg1="lt1" tx1="dk1" bg2="lt2" tx2="dk2" accent1="accent1" accent2="accent2" accent3="accent3" accent4="accent4" accent5="accent5" accent6="accent6" hlink="hlink" folHlink="folHlink"/>
  <p:hf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3809CBC-FADD-4676-B5C3-313D902CEF1C}" type="slidenum">
              <a:rPr lang="en-US" smtClean="0"/>
              <a:t>1</a:t>
            </a:fld>
            <a:endParaRPr lang="en-US"/>
          </a:p>
        </p:txBody>
      </p:sp>
      <p:sp>
        <p:nvSpPr>
          <p:cNvPr id="5" name="Header Placeholder 4"/>
          <p:cNvSpPr>
            <a:spLocks noGrp="1"/>
          </p:cNvSpPr>
          <p:nvPr>
            <p:ph type="hdr" sz="quarter" idx="11"/>
          </p:nvPr>
        </p:nvSpPr>
        <p:spPr/>
        <p:txBody>
          <a:bodyPr/>
          <a:lstStyle/>
          <a:p>
            <a:endParaRPr lang="en-US"/>
          </a:p>
        </p:txBody>
      </p:sp>
    </p:spTree>
    <p:extLst>
      <p:ext uri="{BB962C8B-B14F-4D97-AF65-F5344CB8AC3E}">
        <p14:creationId xmlns:p14="http://schemas.microsoft.com/office/powerpoint/2010/main" val="37892829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048609" name="Google Shape;113;p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48610" name="Google Shape;114;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Header Placeholder 3"/>
          <p:cNvSpPr>
            <a:spLocks noGrp="1"/>
          </p:cNvSpPr>
          <p:nvPr>
            <p:ph type="hdr" sz="quarter"/>
          </p:nvPr>
        </p:nvSpPr>
        <p:spPr/>
        <p:txBody>
          <a:bodyPr/>
          <a:lstStyle/>
          <a:p>
            <a:endParaRPr lang="en-US"/>
          </a:p>
        </p:txBody>
      </p:sp>
      <p:sp>
        <p:nvSpPr>
          <p:cNvPr id="5" name="Slide Number Placeholder 4"/>
          <p:cNvSpPr>
            <a:spLocks noGrp="1"/>
          </p:cNvSpPr>
          <p:nvPr>
            <p:ph type="sldNum" sz="quarter" idx="5"/>
          </p:nvPr>
        </p:nvSpPr>
        <p:spPr/>
        <p:txBody>
          <a:bodyPr/>
          <a:lstStyle/>
          <a:p>
            <a:fld id="{C3809CBC-FADD-4676-B5C3-313D902CEF1C}" type="slidenum">
              <a:rPr lang="en-US" smtClean="0"/>
              <a:t>10</a:t>
            </a:fld>
            <a:endParaRPr lang="en-US"/>
          </a:p>
        </p:txBody>
      </p:sp>
    </p:spTree>
    <p:extLst>
      <p:ext uri="{BB962C8B-B14F-4D97-AF65-F5344CB8AC3E}">
        <p14:creationId xmlns:p14="http://schemas.microsoft.com/office/powerpoint/2010/main" val="33889568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Header Placeholder 3"/>
          <p:cNvSpPr>
            <a:spLocks noGrp="1"/>
          </p:cNvSpPr>
          <p:nvPr>
            <p:ph type="hdr" sz="quarter"/>
          </p:nvPr>
        </p:nvSpPr>
        <p:spPr/>
        <p:txBody>
          <a:bodyPr/>
          <a:lstStyle/>
          <a:p>
            <a:endParaRPr lang="en-US"/>
          </a:p>
        </p:txBody>
      </p:sp>
      <p:sp>
        <p:nvSpPr>
          <p:cNvPr id="5" name="Slide Number Placeholder 4"/>
          <p:cNvSpPr>
            <a:spLocks noGrp="1"/>
          </p:cNvSpPr>
          <p:nvPr>
            <p:ph type="sldNum" sz="quarter" idx="5"/>
          </p:nvPr>
        </p:nvSpPr>
        <p:spPr/>
        <p:txBody>
          <a:bodyPr/>
          <a:lstStyle/>
          <a:p>
            <a:fld id="{C3809CBC-FADD-4676-B5C3-313D902CEF1C}" type="slidenum">
              <a:rPr lang="en-US" smtClean="0"/>
              <a:t>17</a:t>
            </a:fld>
            <a:endParaRPr lang="en-US"/>
          </a:p>
        </p:txBody>
      </p:sp>
    </p:spTree>
    <p:extLst>
      <p:ext uri="{BB962C8B-B14F-4D97-AF65-F5344CB8AC3E}">
        <p14:creationId xmlns:p14="http://schemas.microsoft.com/office/powerpoint/2010/main" val="23919158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086CAF49-65C5-4079-8211-C2C336248627}" type="datetime1">
              <a:rPr lang="en-US" smtClean="0"/>
              <a:t>12/30/2024</a:t>
            </a:fld>
            <a:endParaRPr lang="en-US" dirty="0"/>
          </a:p>
        </p:txBody>
      </p:sp>
      <p:sp>
        <p:nvSpPr>
          <p:cNvPr id="5" name="Footer Placeholder 4"/>
          <p:cNvSpPr>
            <a:spLocks noGrp="1"/>
          </p:cNvSpPr>
          <p:nvPr>
            <p:ph type="ftr" sz="quarter" idx="11"/>
          </p:nvPr>
        </p:nvSpPr>
        <p:spPr>
          <a:xfrm>
            <a:off x="2590800" y="6324600"/>
            <a:ext cx="4038600" cy="365125"/>
          </a:xfrm>
        </p:spPr>
        <p:txBody>
          <a:bodyPr/>
          <a:lstStyle/>
          <a:p>
            <a:r>
              <a:rPr lang="en-US" dirty="0"/>
              <a:t>Department of Computer Science </a:t>
            </a:r>
          </a:p>
        </p:txBody>
      </p:sp>
      <p:sp>
        <p:nvSpPr>
          <p:cNvPr id="6" name="Slide Number Placeholder 5"/>
          <p:cNvSpPr>
            <a:spLocks noGrp="1"/>
          </p:cNvSpPr>
          <p:nvPr>
            <p:ph type="sldNum" sz="quarter" idx="12"/>
          </p:nvPr>
        </p:nvSpPr>
        <p:spPr/>
        <p:txBody>
          <a:bodyPr/>
          <a:lstStyle/>
          <a:p>
            <a:endParaRPr lang="en-US" dirty="0"/>
          </a:p>
        </p:txBody>
      </p:sp>
    </p:spTree>
    <p:extLst>
      <p:ext uri="{BB962C8B-B14F-4D97-AF65-F5344CB8AC3E}">
        <p14:creationId xmlns:p14="http://schemas.microsoft.com/office/powerpoint/2010/main" val="38773556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CE7823A9-133F-442E-9BE6-B55F55A35407}" type="datetime1">
              <a:rPr lang="en-US" smtClean="0"/>
              <a:t>12/30/2024</a:t>
            </a:fld>
            <a:endParaRPr lang="en-US"/>
          </a:p>
        </p:txBody>
      </p:sp>
      <p:sp>
        <p:nvSpPr>
          <p:cNvPr id="5" name="Footer Placeholder 4"/>
          <p:cNvSpPr>
            <a:spLocks noGrp="1"/>
          </p:cNvSpPr>
          <p:nvPr>
            <p:ph type="ftr" sz="quarter" idx="11"/>
          </p:nvPr>
        </p:nvSpPr>
        <p:spPr>
          <a:xfrm>
            <a:off x="2590800" y="6324600"/>
            <a:ext cx="4038600" cy="365125"/>
          </a:xfrm>
        </p:spPr>
        <p:txBody>
          <a:bodyPr/>
          <a:lstStyle/>
          <a:p>
            <a:r>
              <a:rPr lang="en-US" dirty="0"/>
              <a:t>Department of Computer Science </a:t>
            </a:r>
          </a:p>
        </p:txBody>
      </p:sp>
      <p:sp>
        <p:nvSpPr>
          <p:cNvPr id="6" name="Slide Number Placeholder 5"/>
          <p:cNvSpPr>
            <a:spLocks noGrp="1"/>
          </p:cNvSpPr>
          <p:nvPr>
            <p:ph type="sldNum" sz="quarter" idx="12"/>
          </p:nvPr>
        </p:nvSpPr>
        <p:spPr/>
        <p:txBody>
          <a:bodyPr/>
          <a:lstStyle/>
          <a:p>
            <a:fld id="{4EE46D15-3898-4B85-9369-B7C77A63AF05}" type="slidenum">
              <a:rPr lang="en-US" smtClean="0"/>
              <a:t>‹#›</a:t>
            </a:fld>
            <a:endParaRPr lang="en-US"/>
          </a:p>
        </p:txBody>
      </p:sp>
      <p:pic>
        <p:nvPicPr>
          <p:cNvPr id="7"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304800" y="152400"/>
            <a:ext cx="838200" cy="799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463128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0F09A8F3-C458-4A7F-8381-F162D0A5FB24}" type="datetime1">
              <a:rPr lang="en-US" smtClean="0"/>
              <a:t>12/30/2024</a:t>
            </a:fld>
            <a:endParaRPr lang="en-US"/>
          </a:p>
        </p:txBody>
      </p:sp>
      <p:sp>
        <p:nvSpPr>
          <p:cNvPr id="5" name="Footer Placeholder 4"/>
          <p:cNvSpPr>
            <a:spLocks noGrp="1"/>
          </p:cNvSpPr>
          <p:nvPr>
            <p:ph type="ftr" sz="quarter" idx="11"/>
          </p:nvPr>
        </p:nvSpPr>
        <p:spPr/>
        <p:txBody>
          <a:bodyPr/>
          <a:lstStyle/>
          <a:p>
            <a:r>
              <a:rPr lang="en-US"/>
              <a:t>Department of Computer Science </a:t>
            </a:r>
          </a:p>
        </p:txBody>
      </p:sp>
      <p:sp>
        <p:nvSpPr>
          <p:cNvPr id="6" name="Slide Number Placeholder 5"/>
          <p:cNvSpPr>
            <a:spLocks noGrp="1"/>
          </p:cNvSpPr>
          <p:nvPr>
            <p:ph type="sldNum" sz="quarter" idx="12"/>
          </p:nvPr>
        </p:nvSpPr>
        <p:spPr/>
        <p:txBody>
          <a:bodyPr/>
          <a:lstStyle/>
          <a:p>
            <a:fld id="{4EE46D15-3898-4B85-9369-B7C77A63AF05}" type="slidenum">
              <a:rPr lang="en-US" smtClean="0"/>
              <a:t>‹#›</a:t>
            </a:fld>
            <a:endParaRPr lang="en-US"/>
          </a:p>
        </p:txBody>
      </p:sp>
    </p:spTree>
    <p:extLst>
      <p:ext uri="{BB962C8B-B14F-4D97-AF65-F5344CB8AC3E}">
        <p14:creationId xmlns:p14="http://schemas.microsoft.com/office/powerpoint/2010/main" val="37460502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fld id="{4B6A959C-253A-4732-A364-3F7972572838}" type="datetime1">
              <a:rPr lang="en-US" smtClean="0"/>
              <a:t>12/30/2024</a:t>
            </a:fld>
            <a:endParaRPr lang="en-US"/>
          </a:p>
        </p:txBody>
      </p:sp>
      <p:sp>
        <p:nvSpPr>
          <p:cNvPr id="6" name="Footer Placeholder 5"/>
          <p:cNvSpPr>
            <a:spLocks noGrp="1"/>
          </p:cNvSpPr>
          <p:nvPr>
            <p:ph type="ftr" sz="quarter" idx="11"/>
          </p:nvPr>
        </p:nvSpPr>
        <p:spPr/>
        <p:txBody>
          <a:bodyPr/>
          <a:lstStyle/>
          <a:p>
            <a:r>
              <a:rPr lang="en-US"/>
              <a:t>Department of Computer Science </a:t>
            </a:r>
          </a:p>
        </p:txBody>
      </p:sp>
      <p:sp>
        <p:nvSpPr>
          <p:cNvPr id="7" name="Slide Number Placeholder 6"/>
          <p:cNvSpPr>
            <a:spLocks noGrp="1"/>
          </p:cNvSpPr>
          <p:nvPr>
            <p:ph type="sldNum" sz="quarter" idx="12"/>
          </p:nvPr>
        </p:nvSpPr>
        <p:spPr/>
        <p:txBody>
          <a:bodyPr/>
          <a:lstStyle/>
          <a:p>
            <a:fld id="{4EE46D15-3898-4B85-9369-B7C77A63AF05}" type="slidenum">
              <a:rPr lang="en-US" smtClean="0"/>
              <a:t>‹#›</a:t>
            </a:fld>
            <a:endParaRPr lang="en-US"/>
          </a:p>
        </p:txBody>
      </p:sp>
    </p:spTree>
    <p:extLst>
      <p:ext uri="{BB962C8B-B14F-4D97-AF65-F5344CB8AC3E}">
        <p14:creationId xmlns:p14="http://schemas.microsoft.com/office/powerpoint/2010/main" val="35141176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457200" y="6356350"/>
            <a:ext cx="2133600" cy="365125"/>
          </a:xfrm>
          <a:prstGeom prst="rect">
            <a:avLst/>
          </a:prstGeom>
        </p:spPr>
        <p:txBody>
          <a:bodyPr/>
          <a:lstStyle/>
          <a:p>
            <a:fld id="{205CDA54-F9C2-4AE0-A35F-BBB320900C40}" type="datetime1">
              <a:rPr lang="en-US" smtClean="0"/>
              <a:t>12/30/2024</a:t>
            </a:fld>
            <a:endParaRPr lang="en-US"/>
          </a:p>
        </p:txBody>
      </p:sp>
      <p:sp>
        <p:nvSpPr>
          <p:cNvPr id="8" name="Footer Placeholder 7"/>
          <p:cNvSpPr>
            <a:spLocks noGrp="1"/>
          </p:cNvSpPr>
          <p:nvPr>
            <p:ph type="ftr" sz="quarter" idx="11"/>
          </p:nvPr>
        </p:nvSpPr>
        <p:spPr/>
        <p:txBody>
          <a:bodyPr/>
          <a:lstStyle/>
          <a:p>
            <a:r>
              <a:rPr lang="en-US"/>
              <a:t>Department of Computer Science </a:t>
            </a:r>
          </a:p>
        </p:txBody>
      </p:sp>
      <p:sp>
        <p:nvSpPr>
          <p:cNvPr id="9" name="Slide Number Placeholder 8"/>
          <p:cNvSpPr>
            <a:spLocks noGrp="1"/>
          </p:cNvSpPr>
          <p:nvPr>
            <p:ph type="sldNum" sz="quarter" idx="12"/>
          </p:nvPr>
        </p:nvSpPr>
        <p:spPr/>
        <p:txBody>
          <a:bodyPr/>
          <a:lstStyle/>
          <a:p>
            <a:fld id="{4EE46D15-3898-4B85-9369-B7C77A63AF05}" type="slidenum">
              <a:rPr lang="en-US" smtClean="0"/>
              <a:t>‹#›</a:t>
            </a:fld>
            <a:endParaRPr lang="en-US"/>
          </a:p>
        </p:txBody>
      </p:sp>
    </p:spTree>
    <p:extLst>
      <p:ext uri="{BB962C8B-B14F-4D97-AF65-F5344CB8AC3E}">
        <p14:creationId xmlns:p14="http://schemas.microsoft.com/office/powerpoint/2010/main" val="4691845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a:xfrm>
            <a:off x="457200" y="6356350"/>
            <a:ext cx="2133600" cy="365125"/>
          </a:xfrm>
          <a:prstGeom prst="rect">
            <a:avLst/>
          </a:prstGeom>
        </p:spPr>
        <p:txBody>
          <a:bodyPr/>
          <a:lstStyle/>
          <a:p>
            <a:fld id="{5770F2D0-8E3D-4806-88B7-A35EEEE634CB}" type="datetime1">
              <a:rPr lang="en-US" smtClean="0"/>
              <a:t>12/30/2024</a:t>
            </a:fld>
            <a:endParaRPr lang="en-US"/>
          </a:p>
        </p:txBody>
      </p:sp>
      <p:sp>
        <p:nvSpPr>
          <p:cNvPr id="4" name="Footer Placeholder 3"/>
          <p:cNvSpPr>
            <a:spLocks noGrp="1"/>
          </p:cNvSpPr>
          <p:nvPr>
            <p:ph type="ftr" sz="quarter" idx="11"/>
          </p:nvPr>
        </p:nvSpPr>
        <p:spPr/>
        <p:txBody>
          <a:bodyPr/>
          <a:lstStyle/>
          <a:p>
            <a:r>
              <a:rPr lang="en-US"/>
              <a:t>Department of Computer Science </a:t>
            </a:r>
          </a:p>
        </p:txBody>
      </p:sp>
      <p:sp>
        <p:nvSpPr>
          <p:cNvPr id="5" name="Slide Number Placeholder 4"/>
          <p:cNvSpPr>
            <a:spLocks noGrp="1"/>
          </p:cNvSpPr>
          <p:nvPr>
            <p:ph type="sldNum" sz="quarter" idx="12"/>
          </p:nvPr>
        </p:nvSpPr>
        <p:spPr/>
        <p:txBody>
          <a:bodyPr/>
          <a:lstStyle/>
          <a:p>
            <a:fld id="{4EE46D15-3898-4B85-9369-B7C77A63AF05}" type="slidenum">
              <a:rPr lang="en-US" smtClean="0"/>
              <a:t>‹#›</a:t>
            </a:fld>
            <a:endParaRPr lang="en-US"/>
          </a:p>
        </p:txBody>
      </p:sp>
    </p:spTree>
    <p:extLst>
      <p:ext uri="{BB962C8B-B14F-4D97-AF65-F5344CB8AC3E}">
        <p14:creationId xmlns:p14="http://schemas.microsoft.com/office/powerpoint/2010/main" val="12892162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0"/>
            <a:ext cx="2133600" cy="365125"/>
          </a:xfrm>
          <a:prstGeom prst="rect">
            <a:avLst/>
          </a:prstGeom>
        </p:spPr>
        <p:txBody>
          <a:bodyPr/>
          <a:lstStyle/>
          <a:p>
            <a:fld id="{BA391245-9AD2-410B-81D5-23E049DAEA56}" type="datetime1">
              <a:rPr lang="en-US" smtClean="0"/>
              <a:t>12/30/2024</a:t>
            </a:fld>
            <a:endParaRPr lang="en-US"/>
          </a:p>
        </p:txBody>
      </p:sp>
      <p:sp>
        <p:nvSpPr>
          <p:cNvPr id="3" name="Footer Placeholder 2"/>
          <p:cNvSpPr>
            <a:spLocks noGrp="1"/>
          </p:cNvSpPr>
          <p:nvPr>
            <p:ph type="ftr" sz="quarter" idx="11"/>
          </p:nvPr>
        </p:nvSpPr>
        <p:spPr/>
        <p:txBody>
          <a:bodyPr/>
          <a:lstStyle/>
          <a:p>
            <a:r>
              <a:rPr lang="en-US"/>
              <a:t>Department of Computer Science </a:t>
            </a:r>
          </a:p>
        </p:txBody>
      </p:sp>
      <p:sp>
        <p:nvSpPr>
          <p:cNvPr id="4" name="Slide Number Placeholder 3"/>
          <p:cNvSpPr>
            <a:spLocks noGrp="1"/>
          </p:cNvSpPr>
          <p:nvPr>
            <p:ph type="sldNum" sz="quarter" idx="12"/>
          </p:nvPr>
        </p:nvSpPr>
        <p:spPr/>
        <p:txBody>
          <a:bodyPr/>
          <a:lstStyle/>
          <a:p>
            <a:fld id="{4EE46D15-3898-4B85-9369-B7C77A63AF05}" type="slidenum">
              <a:rPr lang="en-US" smtClean="0"/>
              <a:t>‹#›</a:t>
            </a:fld>
            <a:endParaRPr lang="en-US"/>
          </a:p>
        </p:txBody>
      </p:sp>
    </p:spTree>
    <p:extLst>
      <p:ext uri="{BB962C8B-B14F-4D97-AF65-F5344CB8AC3E}">
        <p14:creationId xmlns:p14="http://schemas.microsoft.com/office/powerpoint/2010/main" val="11427788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fld id="{FB5A9C23-7BD8-4329-A009-2B1B7DF4CDCA}" type="datetime1">
              <a:rPr lang="en-US" smtClean="0"/>
              <a:t>12/30/2024</a:t>
            </a:fld>
            <a:endParaRPr lang="en-US"/>
          </a:p>
        </p:txBody>
      </p:sp>
      <p:sp>
        <p:nvSpPr>
          <p:cNvPr id="6" name="Footer Placeholder 5"/>
          <p:cNvSpPr>
            <a:spLocks noGrp="1"/>
          </p:cNvSpPr>
          <p:nvPr>
            <p:ph type="ftr" sz="quarter" idx="11"/>
          </p:nvPr>
        </p:nvSpPr>
        <p:spPr/>
        <p:txBody>
          <a:bodyPr/>
          <a:lstStyle/>
          <a:p>
            <a:r>
              <a:rPr lang="en-US"/>
              <a:t>Department of Computer Science </a:t>
            </a:r>
          </a:p>
        </p:txBody>
      </p:sp>
      <p:sp>
        <p:nvSpPr>
          <p:cNvPr id="7" name="Slide Number Placeholder 6"/>
          <p:cNvSpPr>
            <a:spLocks noGrp="1"/>
          </p:cNvSpPr>
          <p:nvPr>
            <p:ph type="sldNum" sz="quarter" idx="12"/>
          </p:nvPr>
        </p:nvSpPr>
        <p:spPr/>
        <p:txBody>
          <a:bodyPr/>
          <a:lstStyle/>
          <a:p>
            <a:fld id="{4EE46D15-3898-4B85-9369-B7C77A63AF05}" type="slidenum">
              <a:rPr lang="en-US" smtClean="0"/>
              <a:t>‹#›</a:t>
            </a:fld>
            <a:endParaRPr lang="en-US"/>
          </a:p>
        </p:txBody>
      </p:sp>
    </p:spTree>
    <p:extLst>
      <p:ext uri="{BB962C8B-B14F-4D97-AF65-F5344CB8AC3E}">
        <p14:creationId xmlns:p14="http://schemas.microsoft.com/office/powerpoint/2010/main" val="7772210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fld id="{273F3668-C2E4-47B0-9F4D-70A47AFDBCBE}" type="datetime1">
              <a:rPr lang="en-US" smtClean="0"/>
              <a:t>12/30/2024</a:t>
            </a:fld>
            <a:endParaRPr lang="en-US"/>
          </a:p>
        </p:txBody>
      </p:sp>
      <p:sp>
        <p:nvSpPr>
          <p:cNvPr id="6" name="Footer Placeholder 5"/>
          <p:cNvSpPr>
            <a:spLocks noGrp="1"/>
          </p:cNvSpPr>
          <p:nvPr>
            <p:ph type="ftr" sz="quarter" idx="11"/>
          </p:nvPr>
        </p:nvSpPr>
        <p:spPr/>
        <p:txBody>
          <a:bodyPr/>
          <a:lstStyle/>
          <a:p>
            <a:r>
              <a:rPr lang="en-US"/>
              <a:t>Department of Computer Science </a:t>
            </a:r>
          </a:p>
        </p:txBody>
      </p:sp>
      <p:sp>
        <p:nvSpPr>
          <p:cNvPr id="7" name="Slide Number Placeholder 6"/>
          <p:cNvSpPr>
            <a:spLocks noGrp="1"/>
          </p:cNvSpPr>
          <p:nvPr>
            <p:ph type="sldNum" sz="quarter" idx="12"/>
          </p:nvPr>
        </p:nvSpPr>
        <p:spPr/>
        <p:txBody>
          <a:bodyPr/>
          <a:lstStyle/>
          <a:p>
            <a:fld id="{4EE46D15-3898-4B85-9369-B7C77A63AF05}" type="slidenum">
              <a:rPr lang="en-US" smtClean="0"/>
              <a:t>‹#›</a:t>
            </a:fld>
            <a:endParaRPr lang="en-US"/>
          </a:p>
        </p:txBody>
      </p:sp>
    </p:spTree>
    <p:extLst>
      <p:ext uri="{BB962C8B-B14F-4D97-AF65-F5344CB8AC3E}">
        <p14:creationId xmlns:p14="http://schemas.microsoft.com/office/powerpoint/2010/main" val="27984877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2134502B-A5B8-4C9C-9496-E4BC2519CBE5}" type="datetime1">
              <a:rPr lang="en-US" smtClean="0"/>
              <a:t>12/30/2024</a:t>
            </a:fld>
            <a:endParaRPr lang="en-US"/>
          </a:p>
        </p:txBody>
      </p:sp>
      <p:sp>
        <p:nvSpPr>
          <p:cNvPr id="5" name="Footer Placeholder 4"/>
          <p:cNvSpPr>
            <a:spLocks noGrp="1"/>
          </p:cNvSpPr>
          <p:nvPr>
            <p:ph type="ftr" sz="quarter" idx="11"/>
          </p:nvPr>
        </p:nvSpPr>
        <p:spPr/>
        <p:txBody>
          <a:bodyPr/>
          <a:lstStyle/>
          <a:p>
            <a:r>
              <a:rPr lang="en-US"/>
              <a:t>Department of Computer Science </a:t>
            </a:r>
          </a:p>
        </p:txBody>
      </p:sp>
      <p:sp>
        <p:nvSpPr>
          <p:cNvPr id="6" name="Slide Number Placeholder 5"/>
          <p:cNvSpPr>
            <a:spLocks noGrp="1"/>
          </p:cNvSpPr>
          <p:nvPr>
            <p:ph type="sldNum" sz="quarter" idx="12"/>
          </p:nvPr>
        </p:nvSpPr>
        <p:spPr/>
        <p:txBody>
          <a:bodyPr/>
          <a:lstStyle/>
          <a:p>
            <a:fld id="{4EE46D15-3898-4B85-9369-B7C77A63AF05}" type="slidenum">
              <a:rPr lang="en-US" smtClean="0"/>
              <a:t>‹#›</a:t>
            </a:fld>
            <a:endParaRPr lang="en-US"/>
          </a:p>
        </p:txBody>
      </p:sp>
    </p:spTree>
    <p:extLst>
      <p:ext uri="{BB962C8B-B14F-4D97-AF65-F5344CB8AC3E}">
        <p14:creationId xmlns:p14="http://schemas.microsoft.com/office/powerpoint/2010/main" val="27100202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68E1B723-7CA0-47A5-B864-E1D2576AFFEC}" type="datetime1">
              <a:rPr lang="en-US" smtClean="0"/>
              <a:t>12/30/2024</a:t>
            </a:fld>
            <a:endParaRPr lang="en-US"/>
          </a:p>
        </p:txBody>
      </p:sp>
      <p:sp>
        <p:nvSpPr>
          <p:cNvPr id="5" name="Footer Placeholder 4"/>
          <p:cNvSpPr>
            <a:spLocks noGrp="1"/>
          </p:cNvSpPr>
          <p:nvPr>
            <p:ph type="ftr" sz="quarter" idx="11"/>
          </p:nvPr>
        </p:nvSpPr>
        <p:spPr/>
        <p:txBody>
          <a:bodyPr/>
          <a:lstStyle/>
          <a:p>
            <a:r>
              <a:rPr lang="en-US"/>
              <a:t>Department of Computer Science </a:t>
            </a:r>
          </a:p>
        </p:txBody>
      </p:sp>
      <p:sp>
        <p:nvSpPr>
          <p:cNvPr id="6" name="Slide Number Placeholder 5"/>
          <p:cNvSpPr>
            <a:spLocks noGrp="1"/>
          </p:cNvSpPr>
          <p:nvPr>
            <p:ph type="sldNum" sz="quarter" idx="12"/>
          </p:nvPr>
        </p:nvSpPr>
        <p:spPr/>
        <p:txBody>
          <a:bodyPr/>
          <a:lstStyle/>
          <a:p>
            <a:fld id="{4EE46D15-3898-4B85-9369-B7C77A63AF05}" type="slidenum">
              <a:rPr lang="en-US" smtClean="0"/>
              <a:t>‹#›</a:t>
            </a:fld>
            <a:endParaRPr lang="en-US"/>
          </a:p>
        </p:txBody>
      </p:sp>
    </p:spTree>
    <p:extLst>
      <p:ext uri="{BB962C8B-B14F-4D97-AF65-F5344CB8AC3E}">
        <p14:creationId xmlns:p14="http://schemas.microsoft.com/office/powerpoint/2010/main" val="6558473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3"/>
          </p:nvPr>
        </p:nvSpPr>
        <p:spPr>
          <a:xfrm>
            <a:off x="2438400" y="6400800"/>
            <a:ext cx="4038600" cy="365125"/>
          </a:xfrm>
          <a:prstGeom prst="rect">
            <a:avLst/>
          </a:prstGeom>
        </p:spPr>
        <p:txBody>
          <a:bodyPr vert="horz" lIns="91440" tIns="45720" rIns="91440" bIns="45720" rtlCol="0" anchor="ctr"/>
          <a:lstStyle>
            <a:lvl1pPr algn="ctr">
              <a:defRPr sz="2000" baseline="0">
                <a:solidFill>
                  <a:schemeClr val="tx1">
                    <a:tint val="75000"/>
                  </a:schemeClr>
                </a:solidFill>
              </a:defRPr>
            </a:lvl1pPr>
          </a:lstStyle>
          <a:p>
            <a:r>
              <a:rPr lang="en-US" dirty="0"/>
              <a:t>Department of Computer Science </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EE46D15-3898-4B85-9369-B7C77A63AF05}" type="slidenum">
              <a:rPr lang="en-US" smtClean="0"/>
              <a:t>‹#›</a:t>
            </a:fld>
            <a:endParaRPr lang="en-US"/>
          </a:p>
        </p:txBody>
      </p:sp>
      <p:sp>
        <p:nvSpPr>
          <p:cNvPr id="7" name="Title 1"/>
          <p:cNvSpPr txBox="1">
            <a:spLocks/>
          </p:cNvSpPr>
          <p:nvPr userDrawn="1"/>
        </p:nvSpPr>
        <p:spPr>
          <a:xfrm>
            <a:off x="1524000" y="1645578"/>
            <a:ext cx="5867400" cy="1755775"/>
          </a:xfrm>
          <a:prstGeom prst="rect">
            <a:avLst/>
          </a:prstGeom>
        </p:spPr>
        <p:txBody>
          <a:bodyPr/>
          <a:lstStyle>
            <a:lvl1pPr algn="ctr" defTabSz="914400" rtl="0" eaLnBrk="1" latinLnBrk="0" hangingPunct="1">
              <a:spcBef>
                <a:spcPct val="0"/>
              </a:spcBef>
              <a:buNone/>
              <a:defRPr sz="2800" kern="1200">
                <a:solidFill>
                  <a:schemeClr val="tx1"/>
                </a:solidFill>
                <a:latin typeface="+mj-lt"/>
                <a:ea typeface="+mj-ea"/>
                <a:cs typeface="+mj-cs"/>
              </a:defRPr>
            </a:lvl1pPr>
          </a:lstStyle>
          <a:p>
            <a:pPr marL="101600">
              <a:spcBef>
                <a:spcPts val="0"/>
              </a:spcBef>
            </a:pPr>
            <a:r>
              <a:rPr lang="en-US" b="1" dirty="0">
                <a:solidFill>
                  <a:srgbClr val="366092"/>
                </a:solidFill>
              </a:rPr>
              <a:t/>
            </a:r>
            <a:br>
              <a:rPr lang="en-US" b="1" dirty="0">
                <a:solidFill>
                  <a:srgbClr val="366092"/>
                </a:solidFill>
              </a:rPr>
            </a:br>
            <a:endParaRPr lang="en-US" dirty="0"/>
          </a:p>
        </p:txBody>
      </p:sp>
    </p:spTree>
    <p:extLst>
      <p:ext uri="{BB962C8B-B14F-4D97-AF65-F5344CB8AC3E}">
        <p14:creationId xmlns:p14="http://schemas.microsoft.com/office/powerpoint/2010/main" val="325657631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hyperlink" Target="https://www.oreilly.com/library/view/more-servlets-and/0130676144/" TargetMode="External"/><Relationship Id="rId2" Type="http://schemas.openxmlformats.org/officeDocument/2006/relationships/hyperlink" Target="https://docs.oracle.com/javaee/5/tutorial/doc/bnafe.html#:~:text=A%20servlet%20is%20a%20Java,a%20request%2Dresponse%20programming%20model"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42900" y="4267198"/>
            <a:ext cx="3810000" cy="2216057"/>
          </a:xfrm>
        </p:spPr>
        <p:txBody>
          <a:bodyPr>
            <a:normAutofit fontScale="92500" lnSpcReduction="10000"/>
          </a:bodyPr>
          <a:lstStyle/>
          <a:p>
            <a:pPr algn="l"/>
            <a:r>
              <a:rPr lang="en-US" sz="2700" dirty="0"/>
              <a:t>Presented By: </a:t>
            </a:r>
          </a:p>
          <a:p>
            <a:pPr algn="l"/>
            <a:r>
              <a:rPr lang="en-US" sz="2700" dirty="0"/>
              <a:t>Aasima Mansuri(18)</a:t>
            </a:r>
          </a:p>
          <a:p>
            <a:pPr algn="l"/>
            <a:r>
              <a:rPr lang="en-US" sz="2700" dirty="0"/>
              <a:t>Khushi Shah(45)</a:t>
            </a:r>
          </a:p>
          <a:p>
            <a:pPr algn="l"/>
            <a:r>
              <a:rPr lang="en-US" sz="2700" dirty="0"/>
              <a:t>Krisa shah(46)</a:t>
            </a:r>
          </a:p>
          <a:p>
            <a:pPr algn="l"/>
            <a:r>
              <a:rPr lang="en-US" sz="2700" dirty="0"/>
              <a:t>Jinal  Vachheta(58)</a:t>
            </a:r>
          </a:p>
          <a:p>
            <a:pPr algn="l"/>
            <a:endParaRPr lang="en-US" sz="2700" dirty="0"/>
          </a:p>
          <a:p>
            <a:pPr algn="l"/>
            <a:endParaRPr lang="en-US" sz="2700" dirty="0"/>
          </a:p>
          <a:p>
            <a:pPr algn="l"/>
            <a:endParaRPr lang="en-US" sz="2700" dirty="0"/>
          </a:p>
        </p:txBody>
      </p:sp>
      <p:sp>
        <p:nvSpPr>
          <p:cNvPr id="6" name="Subtitle 2"/>
          <p:cNvSpPr txBox="1">
            <a:spLocks/>
          </p:cNvSpPr>
          <p:nvPr/>
        </p:nvSpPr>
        <p:spPr>
          <a:xfrm>
            <a:off x="5867400" y="4817806"/>
            <a:ext cx="3810000" cy="762000"/>
          </a:xfrm>
          <a:prstGeom prst="rect">
            <a:avLst/>
          </a:prstGeom>
        </p:spPr>
        <p:txBody>
          <a:bodyPr vert="horz" lIns="91440" tIns="45720" rIns="91440" bIns="45720" rtlCol="0">
            <a:normAutofit fontScale="70000" lnSpcReduction="20000"/>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r>
              <a:rPr lang="en-US" dirty="0"/>
              <a:t>Under the Guidance of :</a:t>
            </a:r>
          </a:p>
          <a:p>
            <a:pPr algn="l"/>
            <a:r>
              <a:rPr lang="en-US" dirty="0"/>
              <a:t>Dr. Jigna Satani</a:t>
            </a:r>
          </a:p>
        </p:txBody>
      </p:sp>
      <p:sp>
        <p:nvSpPr>
          <p:cNvPr id="5" name="Footer Placeholder 4"/>
          <p:cNvSpPr>
            <a:spLocks noGrp="1"/>
          </p:cNvSpPr>
          <p:nvPr>
            <p:ph type="ftr" sz="quarter" idx="11"/>
          </p:nvPr>
        </p:nvSpPr>
        <p:spPr>
          <a:xfrm>
            <a:off x="2552700" y="6754132"/>
            <a:ext cx="4076700" cy="111740"/>
          </a:xfrm>
        </p:spPr>
        <p:txBody>
          <a:bodyPr/>
          <a:lstStyle/>
          <a:p>
            <a:r>
              <a:rPr lang="en-US" dirty="0"/>
              <a:t>Department of Computer Science </a:t>
            </a:r>
          </a:p>
          <a:p>
            <a:endParaRPr lang="en-US" dirty="0"/>
          </a:p>
        </p:txBody>
      </p:sp>
      <p:sp>
        <p:nvSpPr>
          <p:cNvPr id="7" name="Slide Number Placeholder 6"/>
          <p:cNvSpPr>
            <a:spLocks noGrp="1"/>
          </p:cNvSpPr>
          <p:nvPr>
            <p:ph type="sldNum" sz="quarter" idx="12"/>
          </p:nvPr>
        </p:nvSpPr>
        <p:spPr>
          <a:xfrm>
            <a:off x="6705600" y="6389007"/>
            <a:ext cx="2133600" cy="365125"/>
          </a:xfrm>
        </p:spPr>
        <p:txBody>
          <a:bodyPr/>
          <a:lstStyle/>
          <a:p>
            <a:r>
              <a:rPr lang="en-US" dirty="0"/>
              <a:t>1</a:t>
            </a:r>
          </a:p>
        </p:txBody>
      </p:sp>
      <p:sp>
        <p:nvSpPr>
          <p:cNvPr id="8" name="Title 1"/>
          <p:cNvSpPr txBox="1">
            <a:spLocks/>
          </p:cNvSpPr>
          <p:nvPr/>
        </p:nvSpPr>
        <p:spPr>
          <a:xfrm>
            <a:off x="1333500" y="1606456"/>
            <a:ext cx="6629400" cy="35052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2400" b="1" dirty="0">
                <a:solidFill>
                  <a:srgbClr val="366092"/>
                </a:solidFill>
              </a:rPr>
              <a:t>Department of Computer Science</a:t>
            </a:r>
            <a:br>
              <a:rPr lang="en-US" sz="2400" b="1" dirty="0">
                <a:solidFill>
                  <a:srgbClr val="366092"/>
                </a:solidFill>
              </a:rPr>
            </a:br>
            <a:r>
              <a:rPr lang="en-US" sz="2400" b="1" dirty="0">
                <a:solidFill>
                  <a:srgbClr val="366092"/>
                </a:solidFill>
              </a:rPr>
              <a:t>Gujarat University</a:t>
            </a:r>
          </a:p>
          <a:p>
            <a:r>
              <a:rPr lang="en-US" sz="2400" b="1" dirty="0">
                <a:solidFill>
                  <a:srgbClr val="366092"/>
                </a:solidFill>
              </a:rPr>
              <a:t>5 Year Integrated M.Sc.(Computer Science)</a:t>
            </a:r>
          </a:p>
          <a:p>
            <a:r>
              <a:rPr lang="en-US" sz="2400" b="1" dirty="0">
                <a:solidFill>
                  <a:srgbClr val="366092"/>
                </a:solidFill>
              </a:rPr>
              <a:t>Semester - V</a:t>
            </a:r>
            <a:endParaRPr lang="en-US" dirty="0"/>
          </a:p>
          <a:p>
            <a:r>
              <a:rPr lang="en-US" dirty="0"/>
              <a:t>Shop Zone</a:t>
            </a:r>
          </a:p>
        </p:txBody>
      </p:sp>
      <p:pic>
        <p:nvPicPr>
          <p:cNvPr id="9"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0" y="234856"/>
            <a:ext cx="1752600"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141538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Table of Content</a:t>
            </a:r>
          </a:p>
        </p:txBody>
      </p:sp>
      <p:sp>
        <p:nvSpPr>
          <p:cNvPr id="3" name="Content Placeholder 2"/>
          <p:cNvSpPr>
            <a:spLocks noGrp="1"/>
          </p:cNvSpPr>
          <p:nvPr>
            <p:ph idx="1"/>
          </p:nvPr>
        </p:nvSpPr>
        <p:spPr/>
        <p:txBody>
          <a:bodyPr>
            <a:normAutofit fontScale="62500" lnSpcReduction="20000"/>
          </a:bodyPr>
          <a:lstStyle/>
          <a:p>
            <a:r>
              <a:rPr lang="en-US" dirty="0"/>
              <a:t>Project Profile</a:t>
            </a:r>
          </a:p>
          <a:p>
            <a:r>
              <a:rPr lang="en-US" dirty="0"/>
              <a:t>Project Description</a:t>
            </a:r>
          </a:p>
          <a:p>
            <a:pPr lvl="1"/>
            <a:r>
              <a:rPr lang="en-US" dirty="0"/>
              <a:t>Introduction</a:t>
            </a:r>
          </a:p>
          <a:p>
            <a:pPr lvl="1"/>
            <a:r>
              <a:rPr lang="en-US" dirty="0"/>
              <a:t>Scope</a:t>
            </a:r>
          </a:p>
          <a:p>
            <a:pPr lvl="1"/>
            <a:r>
              <a:rPr lang="en-US" dirty="0"/>
              <a:t>Methodology</a:t>
            </a:r>
          </a:p>
          <a:p>
            <a:r>
              <a:rPr lang="en-US" dirty="0"/>
              <a:t>System Architecture</a:t>
            </a:r>
          </a:p>
          <a:p>
            <a:pPr lvl="1"/>
            <a:r>
              <a:rPr lang="en-US" dirty="0"/>
              <a:t>System Design(Diagrams)</a:t>
            </a:r>
          </a:p>
          <a:p>
            <a:pPr lvl="2"/>
            <a:r>
              <a:rPr lang="en-US" dirty="0"/>
              <a:t>DFD &amp; ER</a:t>
            </a:r>
          </a:p>
          <a:p>
            <a:pPr lvl="2"/>
            <a:r>
              <a:rPr lang="en-US" dirty="0"/>
              <a:t>Or</a:t>
            </a:r>
          </a:p>
          <a:p>
            <a:pPr lvl="2"/>
            <a:r>
              <a:rPr lang="en-US" dirty="0"/>
              <a:t>Use Case,Activity,Sequence,class</a:t>
            </a:r>
          </a:p>
          <a:p>
            <a:r>
              <a:rPr lang="en-US" dirty="0"/>
              <a:t>Data Dictionary </a:t>
            </a:r>
          </a:p>
          <a:p>
            <a:r>
              <a:rPr lang="en-US" dirty="0"/>
              <a:t>Screenshots</a:t>
            </a:r>
          </a:p>
          <a:p>
            <a:r>
              <a:rPr lang="en-US" dirty="0"/>
              <a:t>Testing and Conclusions	</a:t>
            </a:r>
          </a:p>
          <a:p>
            <a:r>
              <a:rPr lang="en-US" dirty="0"/>
              <a:t>Future Work</a:t>
            </a:r>
          </a:p>
          <a:p>
            <a:r>
              <a:rPr lang="en-US" dirty="0"/>
              <a:t>Bibliography</a:t>
            </a:r>
          </a:p>
          <a:p>
            <a:pPr marL="0" indent="0">
              <a:buNone/>
            </a:pPr>
            <a:endParaRPr lang="en-US" dirty="0"/>
          </a:p>
          <a:p>
            <a:endParaRPr lang="en-US" dirty="0"/>
          </a:p>
        </p:txBody>
      </p:sp>
      <p:sp>
        <p:nvSpPr>
          <p:cNvPr id="4" name="Footer Placeholder 3"/>
          <p:cNvSpPr>
            <a:spLocks noGrp="1"/>
          </p:cNvSpPr>
          <p:nvPr>
            <p:ph type="ftr" sz="quarter" idx="11"/>
          </p:nvPr>
        </p:nvSpPr>
        <p:spPr/>
        <p:txBody>
          <a:bodyPr/>
          <a:lstStyle/>
          <a:p>
            <a:r>
              <a:rPr lang="en-US" dirty="0"/>
              <a:t>Department of Computer Science </a:t>
            </a:r>
          </a:p>
        </p:txBody>
      </p:sp>
      <p:sp>
        <p:nvSpPr>
          <p:cNvPr id="5" name="Slide Number Placeholder 4"/>
          <p:cNvSpPr>
            <a:spLocks noGrp="1"/>
          </p:cNvSpPr>
          <p:nvPr>
            <p:ph type="sldNum" sz="quarter" idx="12"/>
          </p:nvPr>
        </p:nvSpPr>
        <p:spPr/>
        <p:txBody>
          <a:bodyPr/>
          <a:lstStyle/>
          <a:p>
            <a:fld id="{4EE46D15-3898-4B85-9369-B7C77A63AF05}" type="slidenum">
              <a:rPr lang="en-US" smtClean="0"/>
              <a:t>2</a:t>
            </a:fld>
            <a:endParaRPr lang="en-US"/>
          </a:p>
        </p:txBody>
      </p:sp>
    </p:spTree>
    <p:extLst>
      <p:ext uri="{BB962C8B-B14F-4D97-AF65-F5344CB8AC3E}">
        <p14:creationId xmlns:p14="http://schemas.microsoft.com/office/powerpoint/2010/main" val="41476162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048605" name="Google Shape;116;p16"/>
          <p:cNvSpPr txBox="1">
            <a:spLocks noGrp="1"/>
          </p:cNvSpPr>
          <p:nvPr>
            <p:ph type="title"/>
          </p:nvPr>
        </p:nvSpPr>
        <p:spPr>
          <a:xfrm>
            <a:off x="1494262" y="12358"/>
            <a:ext cx="5932449"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IN" dirty="0"/>
              <a:t>Project Profile</a:t>
            </a:r>
            <a:endParaRPr dirty="0"/>
          </a:p>
        </p:txBody>
      </p:sp>
      <p:sp>
        <p:nvSpPr>
          <p:cNvPr id="1048606" name="Google Shape;118;p16"/>
          <p:cNvSpPr txBox="1">
            <a:spLocks noGrp="1"/>
          </p:cNvSpPr>
          <p:nvPr>
            <p:ph type="ftr" idx="11"/>
          </p:nvPr>
        </p:nvSpPr>
        <p:spPr>
          <a:xfrm>
            <a:off x="2590800" y="6324600"/>
            <a:ext cx="4038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Department of Computer Science </a:t>
            </a:r>
            <a:endParaRPr dirty="0"/>
          </a:p>
        </p:txBody>
      </p:sp>
      <p:sp>
        <p:nvSpPr>
          <p:cNvPr id="1048607" name="Google Shape;119;p1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a:t>
            </a:fld>
            <a:endParaRPr dirty="0"/>
          </a:p>
        </p:txBody>
      </p:sp>
      <p:sp>
        <p:nvSpPr>
          <p:cNvPr id="1048608" name="Rectangle 1"/>
          <p:cNvSpPr/>
          <p:nvPr/>
        </p:nvSpPr>
        <p:spPr>
          <a:xfrm>
            <a:off x="2286000" y="3128918"/>
            <a:ext cx="4572000" cy="307777"/>
          </a:xfrm>
          <a:prstGeom prst="rect">
            <a:avLst/>
          </a:prstGeom>
        </p:spPr>
        <p:txBody>
          <a:bodyPr>
            <a:spAutoFit/>
          </a:bodyPr>
          <a:lstStyle/>
          <a:p>
            <a:pPr marL="0" lvl="0" indent="0">
              <a:spcBef>
                <a:spcPts val="640"/>
              </a:spcBef>
              <a:buSzPts val="3200"/>
              <a:buNone/>
            </a:pPr>
            <a:r>
              <a:rPr lang="en-IN" dirty="0"/>
              <a:t> </a:t>
            </a:r>
          </a:p>
        </p:txBody>
      </p:sp>
      <p:graphicFrame>
        <p:nvGraphicFramePr>
          <p:cNvPr id="4194304" name="Table 2"/>
          <p:cNvGraphicFramePr>
            <a:graphicFrameLocks noGrp="1"/>
          </p:cNvGraphicFramePr>
          <p:nvPr>
            <p:extLst>
              <p:ext uri="{D42A27DB-BD31-4B8C-83A1-F6EECF244321}">
                <p14:modId xmlns:p14="http://schemas.microsoft.com/office/powerpoint/2010/main" val="2545046720"/>
              </p:ext>
            </p:extLst>
          </p:nvPr>
        </p:nvGraphicFramePr>
        <p:xfrm>
          <a:off x="1094828" y="1034642"/>
          <a:ext cx="7030543" cy="5245918"/>
        </p:xfrm>
        <a:graphic>
          <a:graphicData uri="http://schemas.openxmlformats.org/drawingml/2006/table">
            <a:tbl>
              <a:tblPr firstRow="1" bandRow="1">
                <a:tableStyleId>{5C22544A-7EE6-4342-B048-85BDC9FD1C3A}</a:tableStyleId>
              </a:tblPr>
              <a:tblGrid>
                <a:gridCol w="3560167">
                  <a:extLst>
                    <a:ext uri="{9D8B030D-6E8A-4147-A177-3AD203B41FA5}">
                      <a16:colId xmlns:a16="http://schemas.microsoft.com/office/drawing/2014/main" val="20000"/>
                    </a:ext>
                  </a:extLst>
                </a:gridCol>
                <a:gridCol w="3470376">
                  <a:extLst>
                    <a:ext uri="{9D8B030D-6E8A-4147-A177-3AD203B41FA5}">
                      <a16:colId xmlns:a16="http://schemas.microsoft.com/office/drawing/2014/main" val="20001"/>
                    </a:ext>
                  </a:extLst>
                </a:gridCol>
              </a:tblGrid>
              <a:tr h="628410">
                <a:tc>
                  <a:txBody>
                    <a:bodyPr/>
                    <a:lstStyle/>
                    <a:p>
                      <a:pPr algn="ctr"/>
                      <a:r>
                        <a:rPr lang="en-IN" sz="1800" b="1" i="0" u="none" strike="noStrike" cap="none" dirty="0">
                          <a:solidFill>
                            <a:schemeClr val="tx1">
                              <a:lumMod val="95000"/>
                              <a:lumOff val="5000"/>
                            </a:schemeClr>
                          </a:solidFill>
                          <a:latin typeface="Calibri" panose="020F0502020204030204" pitchFamily="34" charset="0"/>
                          <a:ea typeface="+mn-ea"/>
                          <a:cs typeface="Calibri" panose="020F0502020204030204" pitchFamily="34" charset="0"/>
                          <a:sym typeface="Arial"/>
                        </a:rPr>
                        <a:t>Name Of The Project</a:t>
                      </a: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pPr>
                      <a:r>
                        <a:rPr lang="en-US" sz="1800" b="1" i="0" u="none" strike="noStrike" cap="none" dirty="0">
                          <a:solidFill>
                            <a:schemeClr val="tx1">
                              <a:lumMod val="95000"/>
                              <a:lumOff val="5000"/>
                            </a:schemeClr>
                          </a:solidFill>
                          <a:latin typeface="Calibri" panose="020F0502020204030204" pitchFamily="34" charset="0"/>
                          <a:ea typeface="+mn-ea"/>
                          <a:cs typeface="Calibri" panose="020F0502020204030204" pitchFamily="34" charset="0"/>
                          <a:sym typeface="Calibri"/>
                        </a:rPr>
                        <a:t>Shop Zone</a:t>
                      </a:r>
                      <a:endParaRPr lang="en-US" sz="1800" b="1" i="0" u="none" strike="noStrike" cap="none" dirty="0">
                        <a:solidFill>
                          <a:schemeClr val="tx1">
                            <a:lumMod val="95000"/>
                            <a:lumOff val="5000"/>
                          </a:schemeClr>
                        </a:solidFill>
                        <a:latin typeface="Calibri" panose="020F0502020204030204" pitchFamily="34" charset="0"/>
                        <a:ea typeface="+mn-ea"/>
                        <a:cs typeface="Calibri" panose="020F0502020204030204" pitchFamily="34" charset="0"/>
                        <a:sym typeface="Arial"/>
                      </a:endParaRPr>
                    </a:p>
                    <a:p>
                      <a:pPr algn="ctr"/>
                      <a:endParaRPr lang="en-IN" sz="1800" b="1" i="0" u="none" strike="noStrike" cap="none" dirty="0">
                        <a:solidFill>
                          <a:schemeClr val="tx1">
                            <a:lumMod val="95000"/>
                            <a:lumOff val="5000"/>
                          </a:schemeClr>
                        </a:solidFill>
                        <a:latin typeface="Calibri" panose="020F0502020204030204" pitchFamily="34" charset="0"/>
                        <a:ea typeface="+mn-ea"/>
                        <a:cs typeface="Calibri" panose="020F0502020204030204" pitchFamily="34" charset="0"/>
                        <a:sym typeface="Arial"/>
                      </a:endParaRPr>
                    </a:p>
                  </a:txBody>
                  <a:tcPr/>
                </a:tc>
                <a:extLst>
                  <a:ext uri="{0D108BD9-81ED-4DB2-BD59-A6C34878D82A}">
                    <a16:rowId xmlns:a16="http://schemas.microsoft.com/office/drawing/2014/main" val="10000"/>
                  </a:ext>
                </a:extLst>
              </a:tr>
              <a:tr h="645248">
                <a:tc>
                  <a:txBody>
                    <a:bodyPr/>
                    <a:lstStyle/>
                    <a:p>
                      <a:r>
                        <a:rPr lang="en-IN" sz="1800" b="1" i="0" u="none" strike="noStrike" cap="none" dirty="0">
                          <a:solidFill>
                            <a:schemeClr val="tx1">
                              <a:lumMod val="95000"/>
                              <a:lumOff val="5000"/>
                            </a:schemeClr>
                          </a:solidFill>
                          <a:latin typeface="Calibri" panose="020F0502020204030204" pitchFamily="34" charset="0"/>
                          <a:ea typeface="+mn-ea"/>
                          <a:cs typeface="Calibri" panose="020F0502020204030204" pitchFamily="34" charset="0"/>
                          <a:sym typeface="Arial"/>
                        </a:rPr>
                        <a:t>Aim</a:t>
                      </a:r>
                    </a:p>
                  </a:txBody>
                  <a:tcPr/>
                </a:tc>
                <a:tc>
                  <a:txBody>
                    <a:bodyPr/>
                    <a:lstStyle/>
                    <a:p>
                      <a:pPr marL="0" marR="0" indent="0" algn="l" defTabSz="914400" rtl="0" eaLnBrk="1" fontAlgn="auto" latinLnBrk="0" hangingPunct="1">
                        <a:lnSpc>
                          <a:spcPct val="100000"/>
                        </a:lnSpc>
                        <a:spcBef>
                          <a:spcPts val="0"/>
                        </a:spcBef>
                        <a:spcAft>
                          <a:spcPts val="0"/>
                        </a:spcAft>
                        <a:buClr>
                          <a:srgbClr val="000000"/>
                        </a:buClr>
                        <a:buSzTx/>
                        <a:buFont typeface="Arial"/>
                        <a:buNone/>
                      </a:pPr>
                      <a:r>
                        <a:rPr lang="en-US" sz="1800" b="1" i="0" u="none" strike="noStrike" cap="none" dirty="0">
                          <a:solidFill>
                            <a:schemeClr val="tx1">
                              <a:lumMod val="95000"/>
                              <a:lumOff val="5000"/>
                            </a:schemeClr>
                          </a:solidFill>
                          <a:latin typeface="Calibri" panose="020F0502020204030204" pitchFamily="34" charset="0"/>
                          <a:ea typeface="+mn-ea"/>
                          <a:cs typeface="Calibri" panose="020F0502020204030204" pitchFamily="34" charset="0"/>
                          <a:sym typeface="Arial"/>
                        </a:rPr>
                        <a:t>Creating One-Stop Online Shop for All Fashion Needs</a:t>
                      </a:r>
                    </a:p>
                  </a:txBody>
                  <a:tcPr/>
                </a:tc>
                <a:extLst>
                  <a:ext uri="{0D108BD9-81ED-4DB2-BD59-A6C34878D82A}">
                    <a16:rowId xmlns:a16="http://schemas.microsoft.com/office/drawing/2014/main" val="10001"/>
                  </a:ext>
                </a:extLst>
              </a:tr>
              <a:tr h="628410">
                <a:tc>
                  <a:txBody>
                    <a:bodyPr/>
                    <a:lstStyle/>
                    <a:p>
                      <a:r>
                        <a:rPr lang="en-IN" sz="1800" b="1" i="0" u="none" strike="noStrike" cap="none" dirty="0">
                          <a:solidFill>
                            <a:schemeClr val="tx1">
                              <a:lumMod val="95000"/>
                              <a:lumOff val="5000"/>
                            </a:schemeClr>
                          </a:solidFill>
                          <a:latin typeface="Calibri" panose="020F0502020204030204" pitchFamily="34" charset="0"/>
                          <a:ea typeface="+mn-ea"/>
                          <a:cs typeface="Calibri" panose="020F0502020204030204" pitchFamily="34" charset="0"/>
                          <a:sym typeface="Arial"/>
                        </a:rPr>
                        <a:t>Tools, Technology and framework</a:t>
                      </a:r>
                    </a:p>
                  </a:txBody>
                  <a:tcPr/>
                </a:tc>
                <a:tc>
                  <a:txBody>
                    <a:bodyPr/>
                    <a:lstStyle/>
                    <a:p>
                      <a:pPr marL="0" marR="0" indent="0" algn="l" defTabSz="914400" rtl="0" eaLnBrk="1" fontAlgn="auto" latinLnBrk="0" hangingPunct="1">
                        <a:lnSpc>
                          <a:spcPct val="100000"/>
                        </a:lnSpc>
                        <a:spcBef>
                          <a:spcPts val="0"/>
                        </a:spcBef>
                        <a:spcAft>
                          <a:spcPts val="0"/>
                        </a:spcAft>
                        <a:buClr>
                          <a:srgbClr val="000000"/>
                        </a:buClr>
                        <a:buSzTx/>
                        <a:buFont typeface="Arial"/>
                        <a:buNone/>
                      </a:pPr>
                      <a:r>
                        <a:rPr lang="en-IN" sz="1800" b="1" i="0" u="none" strike="noStrike" cap="none" dirty="0">
                          <a:solidFill>
                            <a:schemeClr val="tx1">
                              <a:lumMod val="95000"/>
                              <a:lumOff val="5000"/>
                            </a:schemeClr>
                          </a:solidFill>
                          <a:latin typeface="Calibri" panose="020F0502020204030204" pitchFamily="34" charset="0"/>
                          <a:ea typeface="+mn-ea"/>
                          <a:cs typeface="Calibri" panose="020F0502020204030204" pitchFamily="34" charset="0"/>
                          <a:sym typeface="Arial"/>
                        </a:rPr>
                        <a:t>HTML ,CSS ,MYSQL , Bootstrap,</a:t>
                      </a:r>
                    </a:p>
                    <a:p>
                      <a:pPr marL="0" marR="0" indent="0" algn="l" defTabSz="914400" rtl="0" eaLnBrk="1" fontAlgn="auto" latinLnBrk="0" hangingPunct="1">
                        <a:lnSpc>
                          <a:spcPct val="100000"/>
                        </a:lnSpc>
                        <a:spcBef>
                          <a:spcPts val="0"/>
                        </a:spcBef>
                        <a:spcAft>
                          <a:spcPts val="0"/>
                        </a:spcAft>
                        <a:buClr>
                          <a:srgbClr val="000000"/>
                        </a:buClr>
                        <a:buSzTx/>
                        <a:buFont typeface="Arial"/>
                        <a:buNone/>
                      </a:pPr>
                      <a:r>
                        <a:rPr lang="en-IN" sz="1800" b="1" i="0" u="none" strike="noStrike" cap="none" dirty="0">
                          <a:solidFill>
                            <a:schemeClr val="tx1">
                              <a:lumMod val="95000"/>
                              <a:lumOff val="5000"/>
                            </a:schemeClr>
                          </a:solidFill>
                          <a:latin typeface="Calibri" panose="020F0502020204030204" pitchFamily="34" charset="0"/>
                          <a:ea typeface="+mn-ea"/>
                          <a:cs typeface="Calibri" panose="020F0502020204030204" pitchFamily="34" charset="0"/>
                          <a:sym typeface="Arial"/>
                        </a:rPr>
                        <a:t>JSP , JDBC, Servlet</a:t>
                      </a:r>
                    </a:p>
                  </a:txBody>
                  <a:tcPr/>
                </a:tc>
                <a:extLst>
                  <a:ext uri="{0D108BD9-81ED-4DB2-BD59-A6C34878D82A}">
                    <a16:rowId xmlns:a16="http://schemas.microsoft.com/office/drawing/2014/main" val="10002"/>
                  </a:ext>
                </a:extLst>
              </a:tr>
              <a:tr h="411746">
                <a:tc>
                  <a:txBody>
                    <a:bodyPr/>
                    <a:lstStyle/>
                    <a:p>
                      <a:r>
                        <a:rPr lang="en-IN" sz="1800" b="1" i="0" u="none" strike="noStrike" cap="none" dirty="0">
                          <a:solidFill>
                            <a:schemeClr val="tx1">
                              <a:lumMod val="95000"/>
                              <a:lumOff val="5000"/>
                            </a:schemeClr>
                          </a:solidFill>
                          <a:latin typeface="Calibri" panose="020F0502020204030204" pitchFamily="34" charset="0"/>
                          <a:ea typeface="+mn-ea"/>
                          <a:cs typeface="Calibri" panose="020F0502020204030204" pitchFamily="34" charset="0"/>
                          <a:sym typeface="Arial"/>
                        </a:rPr>
                        <a:t>Duration</a:t>
                      </a:r>
                    </a:p>
                  </a:txBody>
                  <a:tcPr/>
                </a:tc>
                <a:tc>
                  <a:txBody>
                    <a:bodyPr/>
                    <a:lstStyle/>
                    <a:p>
                      <a:pPr marL="0" marR="0" indent="0" algn="l" defTabSz="914400" rtl="0" eaLnBrk="1" fontAlgn="auto" latinLnBrk="0" hangingPunct="1">
                        <a:lnSpc>
                          <a:spcPct val="100000"/>
                        </a:lnSpc>
                        <a:spcBef>
                          <a:spcPts val="0"/>
                        </a:spcBef>
                        <a:spcAft>
                          <a:spcPts val="0"/>
                        </a:spcAft>
                        <a:buClr>
                          <a:srgbClr val="000000"/>
                        </a:buClr>
                        <a:buSzTx/>
                        <a:buFont typeface="Arial"/>
                        <a:buNone/>
                      </a:pPr>
                      <a:r>
                        <a:rPr lang="en-IN" sz="1800" b="1" i="0" u="none" strike="noStrike" cap="none" dirty="0">
                          <a:solidFill>
                            <a:schemeClr val="tx1">
                              <a:lumMod val="95000"/>
                              <a:lumOff val="5000"/>
                            </a:schemeClr>
                          </a:solidFill>
                          <a:latin typeface="Calibri" panose="020F0502020204030204" pitchFamily="34" charset="0"/>
                          <a:ea typeface="+mn-ea"/>
                          <a:cs typeface="Calibri" panose="020F0502020204030204" pitchFamily="34" charset="0"/>
                          <a:sym typeface="Arial"/>
                        </a:rPr>
                        <a:t>( 6 months)</a:t>
                      </a:r>
                    </a:p>
                  </a:txBody>
                  <a:tcPr/>
                </a:tc>
                <a:extLst>
                  <a:ext uri="{0D108BD9-81ED-4DB2-BD59-A6C34878D82A}">
                    <a16:rowId xmlns:a16="http://schemas.microsoft.com/office/drawing/2014/main" val="10003"/>
                  </a:ext>
                </a:extLst>
              </a:tr>
              <a:tr h="1167047">
                <a:tc>
                  <a:txBody>
                    <a:bodyPr/>
                    <a:lstStyle/>
                    <a:p>
                      <a:pPr marL="0" marR="0" indent="0" algn="l" defTabSz="914400" rtl="0" eaLnBrk="1" fontAlgn="auto" latinLnBrk="0" hangingPunct="1">
                        <a:lnSpc>
                          <a:spcPct val="100000"/>
                        </a:lnSpc>
                        <a:spcBef>
                          <a:spcPts val="0"/>
                        </a:spcBef>
                        <a:spcAft>
                          <a:spcPts val="0"/>
                        </a:spcAft>
                        <a:buClr>
                          <a:srgbClr val="000000"/>
                        </a:buClr>
                        <a:buSzTx/>
                        <a:buFont typeface="Arial"/>
                        <a:buNone/>
                      </a:pPr>
                      <a:r>
                        <a:rPr lang="en-IN" sz="1800" b="1" i="0" u="none" strike="noStrike" cap="none" dirty="0">
                          <a:solidFill>
                            <a:schemeClr val="tx1">
                              <a:lumMod val="95000"/>
                              <a:lumOff val="5000"/>
                            </a:schemeClr>
                          </a:solidFill>
                          <a:latin typeface="Calibri" panose="020F0502020204030204" pitchFamily="34" charset="0"/>
                          <a:ea typeface="+mn-ea"/>
                          <a:cs typeface="Calibri" panose="020F0502020204030204" pitchFamily="34" charset="0"/>
                          <a:sym typeface="Arial"/>
                        </a:rPr>
                        <a:t>Minimum software and hardware requirements</a:t>
                      </a:r>
                    </a:p>
                  </a:txBody>
                  <a:tcPr/>
                </a:tc>
                <a:tc>
                  <a:txBody>
                    <a:bodyPr/>
                    <a:lstStyle/>
                    <a:p>
                      <a:pPr marL="0" marR="0" indent="0" algn="l" defTabSz="914400" rtl="0" eaLnBrk="1" fontAlgn="auto" latinLnBrk="0" hangingPunct="1">
                        <a:lnSpc>
                          <a:spcPct val="100000"/>
                        </a:lnSpc>
                        <a:spcBef>
                          <a:spcPts val="0"/>
                        </a:spcBef>
                        <a:spcAft>
                          <a:spcPts val="0"/>
                        </a:spcAft>
                        <a:buClr>
                          <a:srgbClr val="000000"/>
                        </a:buClr>
                        <a:buSzTx/>
                        <a:buFont typeface="Arial"/>
                        <a:buNone/>
                      </a:pPr>
                      <a:r>
                        <a:rPr lang="en-IN" sz="1800" b="1" i="0" u="none" strike="noStrike" cap="none" dirty="0">
                          <a:solidFill>
                            <a:schemeClr val="tx1">
                              <a:lumMod val="95000"/>
                              <a:lumOff val="5000"/>
                            </a:schemeClr>
                          </a:solidFill>
                          <a:latin typeface="Calibri" panose="020F0502020204030204" pitchFamily="34" charset="0"/>
                          <a:ea typeface="+mn-ea"/>
                          <a:cs typeface="Calibri" panose="020F0502020204030204" pitchFamily="34" charset="0"/>
                          <a:sym typeface="Arial"/>
                        </a:rPr>
                        <a:t>Windows Operating System, </a:t>
                      </a:r>
                    </a:p>
                    <a:p>
                      <a:pPr marL="0" marR="0" indent="0" algn="l" defTabSz="914400" rtl="0" eaLnBrk="1" fontAlgn="auto" latinLnBrk="0" hangingPunct="1">
                        <a:lnSpc>
                          <a:spcPct val="100000"/>
                        </a:lnSpc>
                        <a:spcBef>
                          <a:spcPts val="0"/>
                        </a:spcBef>
                        <a:spcAft>
                          <a:spcPts val="0"/>
                        </a:spcAft>
                        <a:buClr>
                          <a:srgbClr val="000000"/>
                        </a:buClr>
                        <a:buSzTx/>
                        <a:buFont typeface="Arial"/>
                        <a:buNone/>
                      </a:pPr>
                      <a:r>
                        <a:rPr lang="en-IN" sz="1800" b="1" i="0" u="none" strike="noStrike" cap="none" dirty="0">
                          <a:solidFill>
                            <a:schemeClr val="tx1">
                              <a:lumMod val="95000"/>
                              <a:lumOff val="5000"/>
                            </a:schemeClr>
                          </a:solidFill>
                          <a:latin typeface="Calibri" panose="020F0502020204030204" pitchFamily="34" charset="0"/>
                          <a:ea typeface="+mn-ea"/>
                          <a:cs typeface="Calibri" panose="020F0502020204030204" pitchFamily="34" charset="0"/>
                          <a:sym typeface="Arial"/>
                        </a:rPr>
                        <a:t>Internet Connection</a:t>
                      </a:r>
                    </a:p>
                    <a:p>
                      <a:pPr marL="0" marR="0" lvl="0" indent="0" algn="l" defTabSz="914400" rtl="0" eaLnBrk="1" fontAlgn="auto" latinLnBrk="0" hangingPunct="1">
                        <a:lnSpc>
                          <a:spcPct val="100000"/>
                        </a:lnSpc>
                        <a:spcBef>
                          <a:spcPts val="0"/>
                        </a:spcBef>
                        <a:spcAft>
                          <a:spcPts val="0"/>
                        </a:spcAft>
                        <a:buClr>
                          <a:srgbClr val="000000"/>
                        </a:buClr>
                        <a:buSzTx/>
                        <a:buFont typeface="Arial"/>
                        <a:buNone/>
                      </a:pPr>
                      <a:r>
                        <a:rPr lang="en-IN" sz="1800" b="1" i="0" u="none" strike="noStrike" cap="none" dirty="0">
                          <a:solidFill>
                            <a:schemeClr val="tx1">
                              <a:lumMod val="95000"/>
                              <a:lumOff val="5000"/>
                            </a:schemeClr>
                          </a:solidFill>
                          <a:latin typeface="Calibri" panose="020F0502020204030204" pitchFamily="34" charset="0"/>
                          <a:ea typeface="+mn-ea"/>
                          <a:cs typeface="Calibri" panose="020F0502020204030204" pitchFamily="34" charset="0"/>
                          <a:sym typeface="Arial"/>
                        </a:rPr>
                        <a:t>RAM: 4GB</a:t>
                      </a:r>
                    </a:p>
                    <a:p>
                      <a:pPr marL="0" marR="0" lvl="0" indent="0" algn="l" defTabSz="914400" rtl="0" eaLnBrk="1" fontAlgn="auto" latinLnBrk="0" hangingPunct="1">
                        <a:lnSpc>
                          <a:spcPct val="100000"/>
                        </a:lnSpc>
                        <a:spcBef>
                          <a:spcPts val="0"/>
                        </a:spcBef>
                        <a:spcAft>
                          <a:spcPts val="0"/>
                        </a:spcAft>
                        <a:buClr>
                          <a:srgbClr val="000000"/>
                        </a:buClr>
                        <a:buSzTx/>
                        <a:buFont typeface="Arial"/>
                        <a:buNone/>
                      </a:pPr>
                      <a:r>
                        <a:rPr lang="en-IN" sz="1800" b="1" i="0" u="none" strike="noStrike" cap="none" dirty="0">
                          <a:solidFill>
                            <a:schemeClr val="tx1">
                              <a:lumMod val="95000"/>
                              <a:lumOff val="5000"/>
                            </a:schemeClr>
                          </a:solidFill>
                          <a:latin typeface="Calibri" panose="020F0502020204030204" pitchFamily="34" charset="0"/>
                          <a:ea typeface="+mn-ea"/>
                          <a:cs typeface="Calibri" panose="020F0502020204030204" pitchFamily="34" charset="0"/>
                          <a:sym typeface="Arial"/>
                        </a:rPr>
                        <a:t>Browser</a:t>
                      </a:r>
                    </a:p>
                  </a:txBody>
                  <a:tcPr/>
                </a:tc>
                <a:extLst>
                  <a:ext uri="{0D108BD9-81ED-4DB2-BD59-A6C34878D82A}">
                    <a16:rowId xmlns:a16="http://schemas.microsoft.com/office/drawing/2014/main" val="10004"/>
                  </a:ext>
                </a:extLst>
              </a:tr>
              <a:tr h="531324">
                <a:tc>
                  <a:txBody>
                    <a:bodyPr/>
                    <a:lstStyle/>
                    <a:p>
                      <a:pPr marL="0" marR="0" indent="0" algn="l" defTabSz="914400" rtl="0" eaLnBrk="1" fontAlgn="auto" latinLnBrk="0" hangingPunct="1">
                        <a:lnSpc>
                          <a:spcPct val="100000"/>
                        </a:lnSpc>
                        <a:spcBef>
                          <a:spcPts val="0"/>
                        </a:spcBef>
                        <a:spcAft>
                          <a:spcPts val="0"/>
                        </a:spcAft>
                        <a:buClr>
                          <a:srgbClr val="000000"/>
                        </a:buClr>
                        <a:buSzTx/>
                        <a:buFont typeface="Arial"/>
                        <a:buNone/>
                      </a:pPr>
                      <a:r>
                        <a:rPr lang="en-IN" sz="1800" b="1" i="0" u="none" strike="noStrike" cap="none" dirty="0">
                          <a:solidFill>
                            <a:schemeClr val="tx1">
                              <a:lumMod val="95000"/>
                              <a:lumOff val="5000"/>
                            </a:schemeClr>
                          </a:solidFill>
                          <a:latin typeface="Calibri" panose="020F0502020204030204" pitchFamily="34" charset="0"/>
                          <a:ea typeface="+mn-ea"/>
                          <a:cs typeface="Calibri" panose="020F0502020204030204" pitchFamily="34" charset="0"/>
                          <a:sym typeface="Arial"/>
                        </a:rPr>
                        <a:t>Team size</a:t>
                      </a:r>
                    </a:p>
                  </a:txBody>
                  <a:tcPr/>
                </a:tc>
                <a:tc>
                  <a:txBody>
                    <a:bodyPr/>
                    <a:lstStyle/>
                    <a:p>
                      <a:r>
                        <a:rPr lang="en-IN" sz="1800" b="1" i="0" u="none" strike="noStrike" cap="none" dirty="0">
                          <a:solidFill>
                            <a:schemeClr val="tx1">
                              <a:lumMod val="95000"/>
                              <a:lumOff val="5000"/>
                            </a:schemeClr>
                          </a:solidFill>
                          <a:latin typeface="Calibri" panose="020F0502020204030204" pitchFamily="34" charset="0"/>
                          <a:ea typeface="+mn-ea"/>
                          <a:cs typeface="Calibri" panose="020F0502020204030204" pitchFamily="34" charset="0"/>
                          <a:sym typeface="Arial"/>
                        </a:rPr>
                        <a:t> 4 members</a:t>
                      </a:r>
                    </a:p>
                  </a:txBody>
                  <a:tcPr/>
                </a:tc>
                <a:extLst>
                  <a:ext uri="{0D108BD9-81ED-4DB2-BD59-A6C34878D82A}">
                    <a16:rowId xmlns:a16="http://schemas.microsoft.com/office/drawing/2014/main" val="10005"/>
                  </a:ext>
                </a:extLst>
              </a:tr>
              <a:tr h="1167047">
                <a:tc>
                  <a:txBody>
                    <a:bodyPr/>
                    <a:lstStyle/>
                    <a:p>
                      <a:r>
                        <a:rPr lang="en-IN" sz="1800" b="1" i="0" u="none" strike="noStrike" cap="none" dirty="0">
                          <a:solidFill>
                            <a:schemeClr val="tx1">
                              <a:lumMod val="95000"/>
                              <a:lumOff val="5000"/>
                            </a:schemeClr>
                          </a:solidFill>
                          <a:latin typeface="Calibri" panose="020F0502020204030204" pitchFamily="34" charset="0"/>
                          <a:ea typeface="+mn-ea"/>
                          <a:cs typeface="Calibri" panose="020F0502020204030204" pitchFamily="34" charset="0"/>
                          <a:sym typeface="Arial"/>
                        </a:rPr>
                        <a:t> Team members</a:t>
                      </a:r>
                    </a:p>
                    <a:p>
                      <a:endParaRPr lang="en-IN" sz="1800" b="1" i="0" u="none" strike="noStrike" cap="none" dirty="0">
                        <a:solidFill>
                          <a:schemeClr val="tx1">
                            <a:lumMod val="95000"/>
                            <a:lumOff val="5000"/>
                          </a:schemeClr>
                        </a:solidFill>
                        <a:latin typeface="Calibri" panose="020F0502020204030204" pitchFamily="34" charset="0"/>
                        <a:ea typeface="+mn-ea"/>
                        <a:cs typeface="Calibri" panose="020F0502020204030204" pitchFamily="34" charset="0"/>
                        <a:sym typeface="Arial"/>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pPr>
                      <a:r>
                        <a:rPr lang="en-US" sz="1800" b="1" i="0" u="none" strike="noStrike" cap="none" dirty="0">
                          <a:solidFill>
                            <a:schemeClr val="tx1">
                              <a:lumMod val="95000"/>
                              <a:lumOff val="5000"/>
                            </a:schemeClr>
                          </a:solidFill>
                          <a:latin typeface="Calibri" panose="020F0502020204030204" pitchFamily="34" charset="0"/>
                          <a:ea typeface="+mn-ea"/>
                          <a:cs typeface="Calibri" panose="020F0502020204030204" pitchFamily="34" charset="0"/>
                          <a:sym typeface="Arial"/>
                        </a:rPr>
                        <a:t>Mansuri Aasima (18)</a:t>
                      </a:r>
                    </a:p>
                    <a:p>
                      <a:pPr marL="0" marR="0" indent="0" algn="l" defTabSz="914400" rtl="0" eaLnBrk="1" fontAlgn="auto" latinLnBrk="0" hangingPunct="1">
                        <a:lnSpc>
                          <a:spcPct val="100000"/>
                        </a:lnSpc>
                        <a:spcBef>
                          <a:spcPts val="0"/>
                        </a:spcBef>
                        <a:spcAft>
                          <a:spcPts val="0"/>
                        </a:spcAft>
                        <a:buClr>
                          <a:srgbClr val="000000"/>
                        </a:buClr>
                        <a:buSzTx/>
                        <a:buFont typeface="Arial"/>
                        <a:buNone/>
                      </a:pPr>
                      <a:r>
                        <a:rPr lang="en-US" sz="1800" b="1" i="0" u="none" strike="noStrike" cap="none" dirty="0">
                          <a:solidFill>
                            <a:schemeClr val="tx1">
                              <a:lumMod val="95000"/>
                              <a:lumOff val="5000"/>
                            </a:schemeClr>
                          </a:solidFill>
                          <a:latin typeface="Calibri" panose="020F0502020204030204" pitchFamily="34" charset="0"/>
                          <a:ea typeface="+mn-ea"/>
                          <a:cs typeface="Calibri" panose="020F0502020204030204" pitchFamily="34" charset="0"/>
                          <a:sym typeface="Arial"/>
                        </a:rPr>
                        <a:t>Vachheta Jinal (58)</a:t>
                      </a:r>
                    </a:p>
                    <a:p>
                      <a:pPr marL="0" marR="0" indent="0" algn="l" defTabSz="914400" rtl="0" eaLnBrk="1" fontAlgn="auto" latinLnBrk="0" hangingPunct="1">
                        <a:lnSpc>
                          <a:spcPct val="100000"/>
                        </a:lnSpc>
                        <a:spcBef>
                          <a:spcPts val="0"/>
                        </a:spcBef>
                        <a:spcAft>
                          <a:spcPts val="0"/>
                        </a:spcAft>
                        <a:buClr>
                          <a:srgbClr val="000000"/>
                        </a:buClr>
                        <a:buSzTx/>
                        <a:buFont typeface="Arial"/>
                        <a:buNone/>
                      </a:pPr>
                      <a:r>
                        <a:rPr lang="en-US" sz="1800" b="1" i="0" u="none" strike="noStrike" cap="none" dirty="0">
                          <a:solidFill>
                            <a:schemeClr val="tx1">
                              <a:lumMod val="95000"/>
                              <a:lumOff val="5000"/>
                            </a:schemeClr>
                          </a:solidFill>
                          <a:latin typeface="Calibri" panose="020F0502020204030204" pitchFamily="34" charset="0"/>
                          <a:ea typeface="+mn-ea"/>
                          <a:cs typeface="Calibri" panose="020F0502020204030204" pitchFamily="34" charset="0"/>
                          <a:sym typeface="Arial"/>
                        </a:rPr>
                        <a:t>Shah Khushi (45)</a:t>
                      </a:r>
                    </a:p>
                    <a:p>
                      <a:pPr marL="0" marR="0" lvl="0" indent="0" algn="l" defTabSz="914400" rtl="0" eaLnBrk="1" fontAlgn="auto" latinLnBrk="0" hangingPunct="1">
                        <a:lnSpc>
                          <a:spcPct val="100000"/>
                        </a:lnSpc>
                        <a:spcBef>
                          <a:spcPts val="0"/>
                        </a:spcBef>
                        <a:spcAft>
                          <a:spcPts val="0"/>
                        </a:spcAft>
                        <a:buClr>
                          <a:srgbClr val="000000"/>
                        </a:buClr>
                        <a:buSzTx/>
                        <a:buFont typeface="Arial"/>
                        <a:buNone/>
                      </a:pPr>
                      <a:r>
                        <a:rPr lang="en-US" sz="1800" b="1" i="0" u="none" strike="noStrike" cap="none" dirty="0">
                          <a:solidFill>
                            <a:schemeClr val="tx1">
                              <a:lumMod val="95000"/>
                              <a:lumOff val="5000"/>
                            </a:schemeClr>
                          </a:solidFill>
                          <a:latin typeface="Calibri" panose="020F0502020204030204" pitchFamily="34" charset="0"/>
                          <a:ea typeface="+mn-ea"/>
                          <a:cs typeface="Calibri" panose="020F0502020204030204" pitchFamily="34" charset="0"/>
                          <a:sym typeface="Arial"/>
                        </a:rPr>
                        <a:t>Shah Krisa (46)</a:t>
                      </a:r>
                    </a:p>
                  </a:txBody>
                  <a:tcPr/>
                </a:tc>
                <a:extLst>
                  <a:ext uri="{0D108BD9-81ED-4DB2-BD59-A6C34878D82A}">
                    <a16:rowId xmlns:a16="http://schemas.microsoft.com/office/drawing/2014/main" val="10006"/>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20000"/>
          </a:bodyPr>
          <a:lstStyle/>
          <a:p>
            <a:r>
              <a:rPr lang="en-US" sz="2400" b="1" u="sng" dirty="0"/>
              <a:t>Introduction</a:t>
            </a:r>
          </a:p>
          <a:p>
            <a:pPr marL="0" indent="0">
              <a:buNone/>
            </a:pPr>
            <a:endParaRPr lang="en-US" sz="2400" b="1" u="sng" dirty="0"/>
          </a:p>
          <a:p>
            <a:pPr marL="457200" lvl="1" indent="0" algn="just">
              <a:buNone/>
            </a:pPr>
            <a:r>
              <a:rPr lang="en-US" dirty="0"/>
              <a:t>	</a:t>
            </a:r>
            <a:r>
              <a:rPr lang="en-US" sz="2200" dirty="0">
                <a:latin typeface="Times New Roman" panose="02020603050405020304" pitchFamily="18" charset="0"/>
                <a:cs typeface="Times New Roman" panose="02020603050405020304" pitchFamily="18" charset="0"/>
              </a:rPr>
              <a:t>Shop Zone is dedicated to offering a range of high-quality apparel for men, women, and children. We aim to provide a convenient and user-friendly shopping experience for every one.</a:t>
            </a:r>
          </a:p>
          <a:p>
            <a:pPr marL="457200" lvl="1" indent="0" algn="just">
              <a:buNone/>
            </a:pPr>
            <a:endParaRPr lang="en-US" dirty="0"/>
          </a:p>
          <a:p>
            <a:r>
              <a:rPr lang="en-US" sz="2400" b="1" u="sng" dirty="0"/>
              <a:t>Key features:</a:t>
            </a:r>
          </a:p>
          <a:p>
            <a:pPr marL="0" indent="0">
              <a:buNone/>
            </a:pPr>
            <a:endParaRPr lang="en-US" sz="2400" b="1" u="sng" dirty="0"/>
          </a:p>
          <a:p>
            <a:pPr>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Product sorting by category, size, color, and price.</a:t>
            </a:r>
          </a:p>
          <a:p>
            <a:pPr>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User-friendly account registration and login.</a:t>
            </a:r>
          </a:p>
          <a:p>
            <a:pPr>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Shopping cart management and order placement.</a:t>
            </a:r>
          </a:p>
          <a:p>
            <a:pPr>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Secure payment options like UPI and Cash on Delivery.</a:t>
            </a:r>
          </a:p>
          <a:p>
            <a:pPr>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Role-based access for Customers, Admins, and Delivery Person.</a:t>
            </a:r>
          </a:p>
          <a:p>
            <a:pPr marL="457200" lvl="1" indent="0" algn="just">
              <a:buNone/>
            </a:pPr>
            <a:endParaRPr lang="en-US" dirty="0">
              <a:latin typeface="Times New Roman" panose="02020603050405020304" pitchFamily="18" charset="0"/>
              <a:cs typeface="Times New Roman" panose="02020603050405020304" pitchFamily="18" charset="0"/>
            </a:endParaRPr>
          </a:p>
          <a:p>
            <a:pPr marL="457200" lvl="1" indent="0">
              <a:buNone/>
            </a:pPr>
            <a:endParaRPr lang="en-US" dirty="0"/>
          </a:p>
          <a:p>
            <a:endParaRPr lang="en-US" dirty="0"/>
          </a:p>
        </p:txBody>
      </p:sp>
      <p:sp>
        <p:nvSpPr>
          <p:cNvPr id="5" name="Footer Placeholder 4"/>
          <p:cNvSpPr>
            <a:spLocks noGrp="1"/>
          </p:cNvSpPr>
          <p:nvPr>
            <p:ph type="ftr" sz="quarter" idx="11"/>
          </p:nvPr>
        </p:nvSpPr>
        <p:spPr/>
        <p:txBody>
          <a:bodyPr/>
          <a:lstStyle/>
          <a:p>
            <a:r>
              <a:rPr lang="en-US"/>
              <a:t>Department of Computer Science </a:t>
            </a:r>
          </a:p>
        </p:txBody>
      </p:sp>
      <p:sp>
        <p:nvSpPr>
          <p:cNvPr id="6" name="Slide Number Placeholder 5"/>
          <p:cNvSpPr>
            <a:spLocks noGrp="1"/>
          </p:cNvSpPr>
          <p:nvPr>
            <p:ph type="sldNum" sz="quarter" idx="12"/>
          </p:nvPr>
        </p:nvSpPr>
        <p:spPr/>
        <p:txBody>
          <a:bodyPr/>
          <a:lstStyle/>
          <a:p>
            <a:fld id="{4EE46D15-3898-4B85-9369-B7C77A63AF05}" type="slidenum">
              <a:rPr lang="en-US" smtClean="0"/>
              <a:t>4</a:t>
            </a:fld>
            <a:endParaRPr lang="en-US"/>
          </a:p>
        </p:txBody>
      </p:sp>
      <p:sp>
        <p:nvSpPr>
          <p:cNvPr id="4" name="Title 3"/>
          <p:cNvSpPr>
            <a:spLocks noGrp="1"/>
          </p:cNvSpPr>
          <p:nvPr>
            <p:ph type="title"/>
          </p:nvPr>
        </p:nvSpPr>
        <p:spPr/>
        <p:txBody>
          <a:bodyPr/>
          <a:lstStyle/>
          <a:p>
            <a:r>
              <a:rPr lang="en-US" dirty="0"/>
              <a:t>Project Description</a:t>
            </a:r>
          </a:p>
        </p:txBody>
      </p:sp>
    </p:spTree>
    <p:extLst>
      <p:ext uri="{BB962C8B-B14F-4D97-AF65-F5344CB8AC3E}">
        <p14:creationId xmlns:p14="http://schemas.microsoft.com/office/powerpoint/2010/main" val="17852702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Project Description</a:t>
            </a:r>
          </a:p>
        </p:txBody>
      </p:sp>
      <p:sp>
        <p:nvSpPr>
          <p:cNvPr id="3" name="Content Placeholder 2"/>
          <p:cNvSpPr>
            <a:spLocks noGrp="1"/>
          </p:cNvSpPr>
          <p:nvPr>
            <p:ph idx="1"/>
          </p:nvPr>
        </p:nvSpPr>
        <p:spPr/>
        <p:txBody>
          <a:bodyPr/>
          <a:lstStyle/>
          <a:p>
            <a:r>
              <a:rPr lang="en-US" sz="2400" b="1" u="sng" dirty="0"/>
              <a:t>Scope</a:t>
            </a:r>
          </a:p>
          <a:p>
            <a:endParaRPr lang="en-US" sz="2400" b="1" u="sng" dirty="0"/>
          </a:p>
          <a:p>
            <a:pPr marL="0" indent="0">
              <a:buNone/>
            </a:pPr>
            <a:endParaRPr lang="en-US" sz="2400" b="1" u="sng" dirty="0"/>
          </a:p>
          <a:p>
            <a:pPr marL="457200" lvl="1" indent="0" algn="just">
              <a:buNone/>
            </a:pPr>
            <a:r>
              <a:rPr lang="en-US" dirty="0"/>
              <a:t>	</a:t>
            </a:r>
            <a:r>
              <a:rPr lang="en-US" sz="2000" dirty="0">
                <a:latin typeface="Times New Roman" panose="02020603050405020304" pitchFamily="18" charset="0"/>
                <a:cs typeface="Times New Roman" panose="02020603050405020304" pitchFamily="18" charset="0"/>
              </a:rPr>
              <a:t>Shop Zone is a simple platform where customers can easily browse, filter, and buy fashion products. It allows users to register, manage their cart, place orders, and cancel them if needed. Admins handle products and orders, and delivery staff update delivery details. Future features will include better payment options and order tracking. </a:t>
            </a:r>
          </a:p>
          <a:p>
            <a:pPr marL="0" indent="0">
              <a:buNone/>
            </a:pPr>
            <a:endParaRPr lang="en-US" dirty="0"/>
          </a:p>
        </p:txBody>
      </p:sp>
      <p:sp>
        <p:nvSpPr>
          <p:cNvPr id="5" name="Footer Placeholder 4"/>
          <p:cNvSpPr>
            <a:spLocks noGrp="1"/>
          </p:cNvSpPr>
          <p:nvPr>
            <p:ph type="ftr" sz="quarter" idx="11"/>
          </p:nvPr>
        </p:nvSpPr>
        <p:spPr/>
        <p:txBody>
          <a:bodyPr/>
          <a:lstStyle/>
          <a:p>
            <a:r>
              <a:rPr lang="en-US"/>
              <a:t>Department of Computer Science </a:t>
            </a:r>
          </a:p>
        </p:txBody>
      </p:sp>
      <p:sp>
        <p:nvSpPr>
          <p:cNvPr id="6" name="Slide Number Placeholder 5"/>
          <p:cNvSpPr>
            <a:spLocks noGrp="1"/>
          </p:cNvSpPr>
          <p:nvPr>
            <p:ph type="sldNum" sz="quarter" idx="12"/>
          </p:nvPr>
        </p:nvSpPr>
        <p:spPr/>
        <p:txBody>
          <a:bodyPr/>
          <a:lstStyle/>
          <a:p>
            <a:fld id="{4EE46D15-3898-4B85-9369-B7C77A63AF05}" type="slidenum">
              <a:rPr lang="en-US" smtClean="0"/>
              <a:t>5</a:t>
            </a:fld>
            <a:endParaRPr lang="en-US"/>
          </a:p>
        </p:txBody>
      </p:sp>
    </p:spTree>
    <p:extLst>
      <p:ext uri="{BB962C8B-B14F-4D97-AF65-F5344CB8AC3E}">
        <p14:creationId xmlns:p14="http://schemas.microsoft.com/office/powerpoint/2010/main" val="20593728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Project Description</a:t>
            </a:r>
          </a:p>
        </p:txBody>
      </p:sp>
      <p:sp>
        <p:nvSpPr>
          <p:cNvPr id="3" name="Content Placeholder 2"/>
          <p:cNvSpPr>
            <a:spLocks noGrp="1"/>
          </p:cNvSpPr>
          <p:nvPr>
            <p:ph idx="1"/>
          </p:nvPr>
        </p:nvSpPr>
        <p:spPr/>
        <p:txBody>
          <a:bodyPr>
            <a:normAutofit fontScale="92500" lnSpcReduction="10000"/>
          </a:bodyPr>
          <a:lstStyle/>
          <a:p>
            <a:pPr marL="0" marR="0" lvl="0" indent="0" algn="l" defTabSz="914400" rtl="0" eaLnBrk="0" fontAlgn="base" latinLnBrk="0" hangingPunct="0">
              <a:lnSpc>
                <a:spcPct val="100000"/>
              </a:lnSpc>
              <a:spcBef>
                <a:spcPct val="0"/>
              </a:spcBef>
              <a:spcAft>
                <a:spcPct val="0"/>
              </a:spcAft>
              <a:buClrTx/>
              <a:buSzTx/>
              <a:buFontTx/>
              <a:buChar char="•"/>
              <a:tabLst/>
            </a:pPr>
            <a:r>
              <a:rPr lang="en-US" sz="2400" b="1" u="sng" dirty="0"/>
              <a:t>Methodology</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1" i="0" u="sng"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Requirement Gathering</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Identifying features like product browsing, account      		              management, and order processing.</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System Design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Creating diagrams to plan the system's structure and workflow.</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Development</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Building the platform using HTML, CSS, JSP, JDBC, Servlets, 	           Bootstrap, and MySQL.</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Testing</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Ensuring functionality, usability, and security.</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Deployment</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Making the system live for users.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Future Enhancements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Planning upgrades like better payment options and real-		           time tracking. </a:t>
            </a:r>
          </a:p>
          <a:p>
            <a:endParaRPr lang="en-US" sz="2400" b="1" u="sng" dirty="0"/>
          </a:p>
          <a:p>
            <a:endParaRPr lang="en-US" dirty="0"/>
          </a:p>
        </p:txBody>
      </p:sp>
      <p:sp>
        <p:nvSpPr>
          <p:cNvPr id="4" name="Footer Placeholder 3"/>
          <p:cNvSpPr>
            <a:spLocks noGrp="1"/>
          </p:cNvSpPr>
          <p:nvPr>
            <p:ph type="ftr" sz="quarter" idx="11"/>
          </p:nvPr>
        </p:nvSpPr>
        <p:spPr/>
        <p:txBody>
          <a:bodyPr/>
          <a:lstStyle/>
          <a:p>
            <a:r>
              <a:rPr lang="en-US"/>
              <a:t>Department of Computer Science </a:t>
            </a:r>
            <a:endParaRPr lang="en-US" dirty="0"/>
          </a:p>
        </p:txBody>
      </p:sp>
      <p:sp>
        <p:nvSpPr>
          <p:cNvPr id="5" name="Slide Number Placeholder 4"/>
          <p:cNvSpPr>
            <a:spLocks noGrp="1"/>
          </p:cNvSpPr>
          <p:nvPr>
            <p:ph type="sldNum" sz="quarter" idx="12"/>
          </p:nvPr>
        </p:nvSpPr>
        <p:spPr/>
        <p:txBody>
          <a:bodyPr/>
          <a:lstStyle/>
          <a:p>
            <a:fld id="{4EE46D15-3898-4B85-9369-B7C77A63AF05}" type="slidenum">
              <a:rPr lang="en-US" smtClean="0"/>
              <a:t>6</a:t>
            </a:fld>
            <a:endParaRPr lang="en-US"/>
          </a:p>
        </p:txBody>
      </p:sp>
    </p:spTree>
    <p:extLst>
      <p:ext uri="{BB962C8B-B14F-4D97-AF65-F5344CB8AC3E}">
        <p14:creationId xmlns:p14="http://schemas.microsoft.com/office/powerpoint/2010/main" val="22961716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0369EA-C431-5F6C-BF7B-0CDCA2B9C0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8987F0-C6E9-C7F2-00EC-F3BF6B750B65}"/>
              </a:ext>
            </a:extLst>
          </p:cNvPr>
          <p:cNvSpPr>
            <a:spLocks noGrp="1"/>
          </p:cNvSpPr>
          <p:nvPr>
            <p:ph type="title"/>
          </p:nvPr>
        </p:nvSpPr>
        <p:spPr/>
        <p:txBody>
          <a:bodyPr/>
          <a:lstStyle/>
          <a:p>
            <a:r>
              <a:rPr lang="en-US" dirty="0"/>
              <a:t>Flow of System</a:t>
            </a:r>
          </a:p>
        </p:txBody>
      </p:sp>
      <p:sp>
        <p:nvSpPr>
          <p:cNvPr id="4" name="Footer Placeholder 3">
            <a:extLst>
              <a:ext uri="{FF2B5EF4-FFF2-40B4-BE49-F238E27FC236}">
                <a16:creationId xmlns:a16="http://schemas.microsoft.com/office/drawing/2014/main" id="{0C21A1D8-DF7F-CC95-D9F4-1D77B9998652}"/>
              </a:ext>
            </a:extLst>
          </p:cNvPr>
          <p:cNvSpPr>
            <a:spLocks noGrp="1"/>
          </p:cNvSpPr>
          <p:nvPr>
            <p:ph type="ftr" sz="quarter" idx="11"/>
          </p:nvPr>
        </p:nvSpPr>
        <p:spPr/>
        <p:txBody>
          <a:bodyPr/>
          <a:lstStyle/>
          <a:p>
            <a:r>
              <a:rPr lang="en-US"/>
              <a:t>Department of Computer Science </a:t>
            </a:r>
            <a:endParaRPr lang="en-US" dirty="0"/>
          </a:p>
        </p:txBody>
      </p:sp>
      <p:sp>
        <p:nvSpPr>
          <p:cNvPr id="5" name="Slide Number Placeholder 4">
            <a:extLst>
              <a:ext uri="{FF2B5EF4-FFF2-40B4-BE49-F238E27FC236}">
                <a16:creationId xmlns:a16="http://schemas.microsoft.com/office/drawing/2014/main" id="{6159592F-36B9-874B-D135-BF0C3B7E9028}"/>
              </a:ext>
            </a:extLst>
          </p:cNvPr>
          <p:cNvSpPr>
            <a:spLocks noGrp="1"/>
          </p:cNvSpPr>
          <p:nvPr>
            <p:ph type="sldNum" sz="quarter" idx="12"/>
          </p:nvPr>
        </p:nvSpPr>
        <p:spPr/>
        <p:txBody>
          <a:bodyPr/>
          <a:lstStyle/>
          <a:p>
            <a:fld id="{4EE46D15-3898-4B85-9369-B7C77A63AF05}" type="slidenum">
              <a:rPr lang="en-US" smtClean="0"/>
              <a:t>7</a:t>
            </a:fld>
            <a:endParaRPr lang="en-US"/>
          </a:p>
        </p:txBody>
      </p:sp>
      <p:pic>
        <p:nvPicPr>
          <p:cNvPr id="6" name="Picture 2">
            <a:extLst>
              <a:ext uri="{FF2B5EF4-FFF2-40B4-BE49-F238E27FC236}">
                <a16:creationId xmlns:a16="http://schemas.microsoft.com/office/drawing/2014/main" id="{173C663C-86A7-5199-66FD-033DBCE913B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852569" y="1226604"/>
            <a:ext cx="1572265" cy="49455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545203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9DBB39-93DB-ED4B-8385-999C9611B3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2085EA-B432-C540-3FAC-485286A4F0A4}"/>
              </a:ext>
            </a:extLst>
          </p:cNvPr>
          <p:cNvSpPr>
            <a:spLocks noGrp="1"/>
          </p:cNvSpPr>
          <p:nvPr>
            <p:ph type="title"/>
          </p:nvPr>
        </p:nvSpPr>
        <p:spPr>
          <a:xfrm>
            <a:off x="457200" y="274638"/>
            <a:ext cx="8229600" cy="715962"/>
          </a:xfrm>
        </p:spPr>
        <p:txBody>
          <a:bodyPr>
            <a:normAutofit fontScale="90000"/>
          </a:bodyPr>
          <a:lstStyle/>
          <a:p>
            <a:r>
              <a:rPr lang="en-US" dirty="0"/>
              <a:t>System Architecture</a:t>
            </a:r>
          </a:p>
        </p:txBody>
      </p:sp>
      <p:sp>
        <p:nvSpPr>
          <p:cNvPr id="3" name="Content Placeholder 2">
            <a:extLst>
              <a:ext uri="{FF2B5EF4-FFF2-40B4-BE49-F238E27FC236}">
                <a16:creationId xmlns:a16="http://schemas.microsoft.com/office/drawing/2014/main" id="{4B83DDAB-D90B-5019-D316-8EFE604AB1A9}"/>
              </a:ext>
            </a:extLst>
          </p:cNvPr>
          <p:cNvSpPr>
            <a:spLocks noGrp="1"/>
          </p:cNvSpPr>
          <p:nvPr>
            <p:ph idx="1"/>
          </p:nvPr>
        </p:nvSpPr>
        <p:spPr>
          <a:xfrm>
            <a:off x="228600" y="990600"/>
            <a:ext cx="8458200" cy="5498485"/>
          </a:xfrm>
        </p:spPr>
        <p:txBody>
          <a:bodyPr/>
          <a:lstStyle/>
          <a:p>
            <a:r>
              <a:rPr lang="en-US" sz="2000" u="sng" dirty="0"/>
              <a:t>ER diagram</a:t>
            </a:r>
          </a:p>
          <a:p>
            <a:pPr marL="0" indent="0">
              <a:buNone/>
            </a:pPr>
            <a:endParaRPr lang="en-US" dirty="0"/>
          </a:p>
        </p:txBody>
      </p:sp>
      <p:sp>
        <p:nvSpPr>
          <p:cNvPr id="4" name="Footer Placeholder 3">
            <a:extLst>
              <a:ext uri="{FF2B5EF4-FFF2-40B4-BE49-F238E27FC236}">
                <a16:creationId xmlns:a16="http://schemas.microsoft.com/office/drawing/2014/main" id="{482AD7FE-7B91-995B-F7EB-CD53B6F918A4}"/>
              </a:ext>
            </a:extLst>
          </p:cNvPr>
          <p:cNvSpPr>
            <a:spLocks noGrp="1"/>
          </p:cNvSpPr>
          <p:nvPr>
            <p:ph type="ftr" sz="quarter" idx="11"/>
          </p:nvPr>
        </p:nvSpPr>
        <p:spPr>
          <a:xfrm>
            <a:off x="2600633" y="6489085"/>
            <a:ext cx="4038600" cy="365125"/>
          </a:xfrm>
        </p:spPr>
        <p:txBody>
          <a:bodyPr/>
          <a:lstStyle/>
          <a:p>
            <a:r>
              <a:rPr lang="en-US" dirty="0"/>
              <a:t>Department of Computer Science </a:t>
            </a:r>
          </a:p>
        </p:txBody>
      </p:sp>
      <p:sp>
        <p:nvSpPr>
          <p:cNvPr id="5" name="Slide Number Placeholder 4">
            <a:extLst>
              <a:ext uri="{FF2B5EF4-FFF2-40B4-BE49-F238E27FC236}">
                <a16:creationId xmlns:a16="http://schemas.microsoft.com/office/drawing/2014/main" id="{6C310372-996A-688E-6E6E-96CDA6674D24}"/>
              </a:ext>
            </a:extLst>
          </p:cNvPr>
          <p:cNvSpPr>
            <a:spLocks noGrp="1"/>
          </p:cNvSpPr>
          <p:nvPr>
            <p:ph type="sldNum" sz="quarter" idx="12"/>
          </p:nvPr>
        </p:nvSpPr>
        <p:spPr/>
        <p:txBody>
          <a:bodyPr/>
          <a:lstStyle/>
          <a:p>
            <a:fld id="{4EE46D15-3898-4B85-9369-B7C77A63AF05}" type="slidenum">
              <a:rPr lang="en-US" smtClean="0"/>
              <a:t>8</a:t>
            </a:fld>
            <a:endParaRPr lang="en-US"/>
          </a:p>
        </p:txBody>
      </p:sp>
      <p:pic>
        <p:nvPicPr>
          <p:cNvPr id="6" name="Picture 7">
            <a:extLst>
              <a:ext uri="{FF2B5EF4-FFF2-40B4-BE49-F238E27FC236}">
                <a16:creationId xmlns:a16="http://schemas.microsoft.com/office/drawing/2014/main" id="{FBB3CAD6-F75F-EED4-B7CA-5059314B2C58}"/>
              </a:ext>
            </a:extLst>
          </p:cNvPr>
          <p:cNvPicPr>
            <a:picLocks noChangeAspect="1"/>
          </p:cNvPicPr>
          <p:nvPr/>
        </p:nvPicPr>
        <p:blipFill>
          <a:blip r:embed="rId2"/>
          <a:stretch>
            <a:fillRect/>
          </a:stretch>
        </p:blipFill>
        <p:spPr>
          <a:xfrm>
            <a:off x="457200" y="1529234"/>
            <a:ext cx="8382000" cy="4959851"/>
          </a:xfrm>
          <a:prstGeom prst="rect">
            <a:avLst/>
          </a:prstGeom>
        </p:spPr>
      </p:pic>
    </p:spTree>
    <p:extLst>
      <p:ext uri="{BB962C8B-B14F-4D97-AF65-F5344CB8AC3E}">
        <p14:creationId xmlns:p14="http://schemas.microsoft.com/office/powerpoint/2010/main" val="27370579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0142C3-4693-7BE1-CEAD-BC0C231952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E5C010-CB95-B592-888E-A5C1AFF3AB1F}"/>
              </a:ext>
            </a:extLst>
          </p:cNvPr>
          <p:cNvSpPr>
            <a:spLocks noGrp="1"/>
          </p:cNvSpPr>
          <p:nvPr>
            <p:ph type="title"/>
          </p:nvPr>
        </p:nvSpPr>
        <p:spPr/>
        <p:txBody>
          <a:bodyPr/>
          <a:lstStyle/>
          <a:p>
            <a:r>
              <a:rPr lang="en-US" dirty="0"/>
              <a:t>System Design</a:t>
            </a:r>
          </a:p>
        </p:txBody>
      </p:sp>
      <p:sp>
        <p:nvSpPr>
          <p:cNvPr id="3" name="Content Placeholder 2">
            <a:extLst>
              <a:ext uri="{FF2B5EF4-FFF2-40B4-BE49-F238E27FC236}">
                <a16:creationId xmlns:a16="http://schemas.microsoft.com/office/drawing/2014/main" id="{E5BCE5A6-4514-C96A-2DDC-AF7831BDBD24}"/>
              </a:ext>
            </a:extLst>
          </p:cNvPr>
          <p:cNvSpPr>
            <a:spLocks noGrp="1"/>
          </p:cNvSpPr>
          <p:nvPr>
            <p:ph idx="1"/>
          </p:nvPr>
        </p:nvSpPr>
        <p:spPr>
          <a:xfrm>
            <a:off x="457200" y="1066800"/>
            <a:ext cx="8229600" cy="5257800"/>
          </a:xfrm>
        </p:spPr>
        <p:txBody>
          <a:bodyPr/>
          <a:lstStyle/>
          <a:p>
            <a:r>
              <a:rPr lang="en-US" sz="2000" b="1" u="sng" dirty="0"/>
              <a:t>Use case diagram</a:t>
            </a:r>
          </a:p>
          <a:p>
            <a:pPr marL="0" indent="0">
              <a:buNone/>
            </a:pPr>
            <a:endParaRPr lang="en-US" dirty="0"/>
          </a:p>
          <a:p>
            <a:pPr marL="0" indent="0">
              <a:buNone/>
            </a:pPr>
            <a:endParaRPr lang="en-US" dirty="0"/>
          </a:p>
        </p:txBody>
      </p:sp>
      <p:sp>
        <p:nvSpPr>
          <p:cNvPr id="4" name="Footer Placeholder 3">
            <a:extLst>
              <a:ext uri="{FF2B5EF4-FFF2-40B4-BE49-F238E27FC236}">
                <a16:creationId xmlns:a16="http://schemas.microsoft.com/office/drawing/2014/main" id="{A1B7FB18-9718-6344-19A9-77A5A0E6E3C1}"/>
              </a:ext>
            </a:extLst>
          </p:cNvPr>
          <p:cNvSpPr>
            <a:spLocks noGrp="1"/>
          </p:cNvSpPr>
          <p:nvPr>
            <p:ph type="ftr" sz="quarter" idx="11"/>
          </p:nvPr>
        </p:nvSpPr>
        <p:spPr/>
        <p:txBody>
          <a:bodyPr/>
          <a:lstStyle/>
          <a:p>
            <a:r>
              <a:rPr lang="en-US"/>
              <a:t>Department of Computer Science </a:t>
            </a:r>
            <a:endParaRPr lang="en-US" dirty="0"/>
          </a:p>
        </p:txBody>
      </p:sp>
      <p:sp>
        <p:nvSpPr>
          <p:cNvPr id="5" name="Slide Number Placeholder 4">
            <a:extLst>
              <a:ext uri="{FF2B5EF4-FFF2-40B4-BE49-F238E27FC236}">
                <a16:creationId xmlns:a16="http://schemas.microsoft.com/office/drawing/2014/main" id="{357F33BA-0900-0DC5-DAF9-8449616C453E}"/>
              </a:ext>
            </a:extLst>
          </p:cNvPr>
          <p:cNvSpPr>
            <a:spLocks noGrp="1"/>
          </p:cNvSpPr>
          <p:nvPr>
            <p:ph type="sldNum" sz="quarter" idx="12"/>
          </p:nvPr>
        </p:nvSpPr>
        <p:spPr/>
        <p:txBody>
          <a:bodyPr/>
          <a:lstStyle/>
          <a:p>
            <a:fld id="{4EE46D15-3898-4B85-9369-B7C77A63AF05}" type="slidenum">
              <a:rPr lang="en-US" smtClean="0"/>
              <a:t>9</a:t>
            </a:fld>
            <a:endParaRPr lang="en-US"/>
          </a:p>
        </p:txBody>
      </p:sp>
      <p:pic>
        <p:nvPicPr>
          <p:cNvPr id="8" name="Picture 2" descr="C:\Users\rcc\Downloads\admin_usecase.png">
            <a:extLst>
              <a:ext uri="{FF2B5EF4-FFF2-40B4-BE49-F238E27FC236}">
                <a16:creationId xmlns:a16="http://schemas.microsoft.com/office/drawing/2014/main" id="{1E1EC0A6-D771-4068-4342-6CF44237B76B}"/>
              </a:ext>
            </a:extLst>
          </p:cNvPr>
          <p:cNvPicPr>
            <a:picLocks noChangeAspect="1" noChangeArrowheads="1"/>
          </p:cNvPicPr>
          <p:nvPr/>
        </p:nvPicPr>
        <p:blipFill>
          <a:blip r:embed="rId2"/>
          <a:srcRect/>
          <a:stretch>
            <a:fillRect/>
          </a:stretch>
        </p:blipFill>
        <p:spPr bwMode="auto">
          <a:xfrm>
            <a:off x="2286000" y="1616075"/>
            <a:ext cx="5028561" cy="4708525"/>
          </a:xfrm>
          <a:prstGeom prst="rect">
            <a:avLst/>
          </a:prstGeom>
          <a:noFill/>
        </p:spPr>
      </p:pic>
    </p:spTree>
    <p:extLst>
      <p:ext uri="{BB962C8B-B14F-4D97-AF65-F5344CB8AC3E}">
        <p14:creationId xmlns:p14="http://schemas.microsoft.com/office/powerpoint/2010/main" val="42124149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D3A519-68D2-93AA-78AB-B090731808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7D77FB-3C5F-57D6-53D3-EF2A8A9F6855}"/>
              </a:ext>
            </a:extLst>
          </p:cNvPr>
          <p:cNvSpPr>
            <a:spLocks noGrp="1"/>
          </p:cNvSpPr>
          <p:nvPr>
            <p:ph type="title"/>
          </p:nvPr>
        </p:nvSpPr>
        <p:spPr>
          <a:xfrm>
            <a:off x="457200" y="274638"/>
            <a:ext cx="8229600" cy="792162"/>
          </a:xfrm>
        </p:spPr>
        <p:txBody>
          <a:bodyPr>
            <a:normAutofit fontScale="90000"/>
          </a:bodyPr>
          <a:lstStyle/>
          <a:p>
            <a:pPr rtl="0">
              <a:spcBef>
                <a:spcPts val="1200"/>
              </a:spcBef>
              <a:spcAft>
                <a:spcPts val="1200"/>
              </a:spcAft>
            </a:pPr>
            <a:r>
              <a:rPr lang="en-US" sz="1800" b="0" i="0" u="none" strike="noStrike" dirty="0">
                <a:solidFill>
                  <a:srgbClr val="000000"/>
                </a:solidFill>
                <a:effectLst/>
                <a:latin typeface="Times New Roman" panose="02020603050405020304" pitchFamily="18" charset="0"/>
              </a:rPr>
              <a:t> </a:t>
            </a:r>
            <a:r>
              <a:rPr lang="en-US" b="0" dirty="0">
                <a:effectLst/>
              </a:rPr>
              <a:t/>
            </a:r>
            <a:br>
              <a:rPr lang="en-US" b="0" dirty="0">
                <a:effectLst/>
              </a:rPr>
            </a:br>
            <a:r>
              <a:rPr lang="en-US" sz="4400" b="0" i="0" u="none" strike="noStrike" dirty="0">
                <a:solidFill>
                  <a:srgbClr val="000000"/>
                </a:solidFill>
                <a:effectLst/>
                <a:latin typeface="Times New Roman" panose="02020603050405020304" pitchFamily="18" charset="0"/>
              </a:rPr>
              <a:t>use case diagram of customer</a:t>
            </a:r>
            <a:r>
              <a:rPr lang="en-US" dirty="0"/>
              <a:t/>
            </a:r>
            <a:br>
              <a:rPr lang="en-US" dirty="0"/>
            </a:br>
            <a:endParaRPr lang="en-US" dirty="0"/>
          </a:p>
        </p:txBody>
      </p:sp>
      <p:sp>
        <p:nvSpPr>
          <p:cNvPr id="4" name="Footer Placeholder 3">
            <a:extLst>
              <a:ext uri="{FF2B5EF4-FFF2-40B4-BE49-F238E27FC236}">
                <a16:creationId xmlns:a16="http://schemas.microsoft.com/office/drawing/2014/main" id="{A36EE5FF-6642-FE1A-A8DD-282CC67DED2D}"/>
              </a:ext>
            </a:extLst>
          </p:cNvPr>
          <p:cNvSpPr>
            <a:spLocks noGrp="1"/>
          </p:cNvSpPr>
          <p:nvPr>
            <p:ph type="ftr" sz="quarter" idx="11"/>
          </p:nvPr>
        </p:nvSpPr>
        <p:spPr/>
        <p:txBody>
          <a:bodyPr/>
          <a:lstStyle/>
          <a:p>
            <a:r>
              <a:rPr lang="en-US"/>
              <a:t>Department of Computer Science </a:t>
            </a:r>
            <a:endParaRPr lang="en-US" dirty="0"/>
          </a:p>
        </p:txBody>
      </p:sp>
      <p:sp>
        <p:nvSpPr>
          <p:cNvPr id="5" name="Slide Number Placeholder 4">
            <a:extLst>
              <a:ext uri="{FF2B5EF4-FFF2-40B4-BE49-F238E27FC236}">
                <a16:creationId xmlns:a16="http://schemas.microsoft.com/office/drawing/2014/main" id="{D48363F3-718E-AB40-0CC5-790B99C18184}"/>
              </a:ext>
            </a:extLst>
          </p:cNvPr>
          <p:cNvSpPr>
            <a:spLocks noGrp="1"/>
          </p:cNvSpPr>
          <p:nvPr>
            <p:ph type="sldNum" sz="quarter" idx="12"/>
          </p:nvPr>
        </p:nvSpPr>
        <p:spPr/>
        <p:txBody>
          <a:bodyPr/>
          <a:lstStyle/>
          <a:p>
            <a:fld id="{4EE46D15-3898-4B85-9369-B7C77A63AF05}" type="slidenum">
              <a:rPr lang="en-US" smtClean="0"/>
              <a:t>10</a:t>
            </a:fld>
            <a:endParaRPr lang="en-US"/>
          </a:p>
        </p:txBody>
      </p:sp>
      <p:pic>
        <p:nvPicPr>
          <p:cNvPr id="6" name="Picture 3" descr="C:\Users\rcc\Downloads\customer_usecase(new).png">
            <a:extLst>
              <a:ext uri="{FF2B5EF4-FFF2-40B4-BE49-F238E27FC236}">
                <a16:creationId xmlns:a16="http://schemas.microsoft.com/office/drawing/2014/main" id="{08341E11-5550-F7E0-FD8E-2331BBFC378C}"/>
              </a:ext>
            </a:extLst>
          </p:cNvPr>
          <p:cNvPicPr>
            <a:picLocks noGrp="1" noChangeAspect="1" noChangeArrowheads="1"/>
          </p:cNvPicPr>
          <p:nvPr>
            <p:ph idx="1"/>
          </p:nvPr>
        </p:nvPicPr>
        <p:blipFill>
          <a:blip r:embed="rId3"/>
          <a:srcRect/>
          <a:stretch>
            <a:fillRect/>
          </a:stretch>
        </p:blipFill>
        <p:spPr bwMode="auto">
          <a:xfrm>
            <a:off x="2209801" y="1265324"/>
            <a:ext cx="5105400" cy="5059276"/>
          </a:xfrm>
          <a:prstGeom prst="rect">
            <a:avLst/>
          </a:prstGeom>
          <a:noFill/>
        </p:spPr>
      </p:pic>
    </p:spTree>
    <p:extLst>
      <p:ext uri="{BB962C8B-B14F-4D97-AF65-F5344CB8AC3E}">
        <p14:creationId xmlns:p14="http://schemas.microsoft.com/office/powerpoint/2010/main" val="41379745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55C35C-9AB6-EA6D-5123-BECD84BC05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D6E000-3199-999E-6A8F-41E61F134C6B}"/>
              </a:ext>
            </a:extLst>
          </p:cNvPr>
          <p:cNvSpPr>
            <a:spLocks noGrp="1"/>
          </p:cNvSpPr>
          <p:nvPr>
            <p:ph type="title"/>
          </p:nvPr>
        </p:nvSpPr>
        <p:spPr/>
        <p:txBody>
          <a:bodyPr>
            <a:normAutofit fontScale="90000"/>
          </a:bodyPr>
          <a:lstStyle/>
          <a:p>
            <a:r>
              <a:rPr lang="en-US" sz="4400" b="0" i="0" u="none" strike="noStrike" dirty="0">
                <a:solidFill>
                  <a:srgbClr val="000000"/>
                </a:solidFill>
                <a:effectLst/>
                <a:latin typeface="Times New Roman" panose="02020603050405020304" pitchFamily="18" charset="0"/>
              </a:rPr>
              <a:t> use case diagram of delivery person</a:t>
            </a:r>
            <a:endParaRPr lang="en-US" dirty="0"/>
          </a:p>
        </p:txBody>
      </p:sp>
      <p:sp>
        <p:nvSpPr>
          <p:cNvPr id="4" name="Footer Placeholder 3">
            <a:extLst>
              <a:ext uri="{FF2B5EF4-FFF2-40B4-BE49-F238E27FC236}">
                <a16:creationId xmlns:a16="http://schemas.microsoft.com/office/drawing/2014/main" id="{A4F47EDC-B558-AF5A-7ED6-284CCC7A0AF4}"/>
              </a:ext>
            </a:extLst>
          </p:cNvPr>
          <p:cNvSpPr>
            <a:spLocks noGrp="1"/>
          </p:cNvSpPr>
          <p:nvPr>
            <p:ph type="ftr" sz="quarter" idx="11"/>
          </p:nvPr>
        </p:nvSpPr>
        <p:spPr/>
        <p:txBody>
          <a:bodyPr/>
          <a:lstStyle/>
          <a:p>
            <a:r>
              <a:rPr lang="en-US"/>
              <a:t>Department of Computer Science </a:t>
            </a:r>
            <a:endParaRPr lang="en-US" dirty="0"/>
          </a:p>
        </p:txBody>
      </p:sp>
      <p:sp>
        <p:nvSpPr>
          <p:cNvPr id="5" name="Slide Number Placeholder 4">
            <a:extLst>
              <a:ext uri="{FF2B5EF4-FFF2-40B4-BE49-F238E27FC236}">
                <a16:creationId xmlns:a16="http://schemas.microsoft.com/office/drawing/2014/main" id="{A2A7DF91-BE2A-1210-3A97-0E33BE033FBA}"/>
              </a:ext>
            </a:extLst>
          </p:cNvPr>
          <p:cNvSpPr>
            <a:spLocks noGrp="1"/>
          </p:cNvSpPr>
          <p:nvPr>
            <p:ph type="sldNum" sz="quarter" idx="12"/>
          </p:nvPr>
        </p:nvSpPr>
        <p:spPr/>
        <p:txBody>
          <a:bodyPr/>
          <a:lstStyle/>
          <a:p>
            <a:fld id="{4EE46D15-3898-4B85-9369-B7C77A63AF05}" type="slidenum">
              <a:rPr lang="en-US" smtClean="0"/>
              <a:t>11</a:t>
            </a:fld>
            <a:endParaRPr lang="en-US"/>
          </a:p>
        </p:txBody>
      </p:sp>
      <p:pic>
        <p:nvPicPr>
          <p:cNvPr id="6" name="Picture 2">
            <a:extLst>
              <a:ext uri="{FF2B5EF4-FFF2-40B4-BE49-F238E27FC236}">
                <a16:creationId xmlns:a16="http://schemas.microsoft.com/office/drawing/2014/main" id="{982FEFE6-10D9-D470-5BE7-77B3017CF8D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219200" y="1676400"/>
            <a:ext cx="6928804" cy="46164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418932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5AC9C2-28FC-08BE-2D7C-9B7D22C94C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62F6E0-32E3-E219-D662-35E5F7667F19}"/>
              </a:ext>
            </a:extLst>
          </p:cNvPr>
          <p:cNvSpPr>
            <a:spLocks noGrp="1"/>
          </p:cNvSpPr>
          <p:nvPr>
            <p:ph type="title"/>
          </p:nvPr>
        </p:nvSpPr>
        <p:spPr/>
        <p:txBody>
          <a:bodyPr>
            <a:normAutofit/>
          </a:bodyPr>
          <a:lstStyle/>
          <a:p>
            <a:r>
              <a:rPr lang="en-US" sz="4400" b="0" i="0" u="none" strike="noStrike" dirty="0">
                <a:solidFill>
                  <a:srgbClr val="000000"/>
                </a:solidFill>
                <a:effectLst/>
                <a:latin typeface="Times New Roman" panose="02020603050405020304" pitchFamily="18" charset="0"/>
              </a:rPr>
              <a:t>use case diagram of guest</a:t>
            </a:r>
            <a:endParaRPr lang="en-US" dirty="0"/>
          </a:p>
        </p:txBody>
      </p:sp>
      <p:sp>
        <p:nvSpPr>
          <p:cNvPr id="4" name="Footer Placeholder 3">
            <a:extLst>
              <a:ext uri="{FF2B5EF4-FFF2-40B4-BE49-F238E27FC236}">
                <a16:creationId xmlns:a16="http://schemas.microsoft.com/office/drawing/2014/main" id="{60F8AA4F-5005-6CE3-4ADA-9A439BB9AB81}"/>
              </a:ext>
            </a:extLst>
          </p:cNvPr>
          <p:cNvSpPr>
            <a:spLocks noGrp="1"/>
          </p:cNvSpPr>
          <p:nvPr>
            <p:ph type="ftr" sz="quarter" idx="11"/>
          </p:nvPr>
        </p:nvSpPr>
        <p:spPr/>
        <p:txBody>
          <a:bodyPr/>
          <a:lstStyle/>
          <a:p>
            <a:r>
              <a:rPr lang="en-US"/>
              <a:t>Department of Computer Science </a:t>
            </a:r>
            <a:endParaRPr lang="en-US" dirty="0"/>
          </a:p>
        </p:txBody>
      </p:sp>
      <p:sp>
        <p:nvSpPr>
          <p:cNvPr id="5" name="Slide Number Placeholder 4">
            <a:extLst>
              <a:ext uri="{FF2B5EF4-FFF2-40B4-BE49-F238E27FC236}">
                <a16:creationId xmlns:a16="http://schemas.microsoft.com/office/drawing/2014/main" id="{77EC7F3F-08BF-D7FC-DE93-273DF75134D7}"/>
              </a:ext>
            </a:extLst>
          </p:cNvPr>
          <p:cNvSpPr>
            <a:spLocks noGrp="1"/>
          </p:cNvSpPr>
          <p:nvPr>
            <p:ph type="sldNum" sz="quarter" idx="12"/>
          </p:nvPr>
        </p:nvSpPr>
        <p:spPr/>
        <p:txBody>
          <a:bodyPr/>
          <a:lstStyle/>
          <a:p>
            <a:fld id="{4EE46D15-3898-4B85-9369-B7C77A63AF05}" type="slidenum">
              <a:rPr lang="en-US" smtClean="0"/>
              <a:t>12</a:t>
            </a:fld>
            <a:endParaRPr lang="en-US"/>
          </a:p>
        </p:txBody>
      </p:sp>
      <p:pic>
        <p:nvPicPr>
          <p:cNvPr id="6" name="Picture 2">
            <a:extLst>
              <a:ext uri="{FF2B5EF4-FFF2-40B4-BE49-F238E27FC236}">
                <a16:creationId xmlns:a16="http://schemas.microsoft.com/office/drawing/2014/main" id="{BA927B31-FA53-AF29-3395-7D3404201ED0}"/>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828800" y="1330079"/>
            <a:ext cx="5562599" cy="49977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866091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6075AC-4052-82D9-6D80-EC971EC5C7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2D0489-169E-2E3B-F98A-783DCF8335E1}"/>
              </a:ext>
            </a:extLst>
          </p:cNvPr>
          <p:cNvSpPr>
            <a:spLocks noGrp="1"/>
          </p:cNvSpPr>
          <p:nvPr>
            <p:ph type="title"/>
          </p:nvPr>
        </p:nvSpPr>
        <p:spPr>
          <a:xfrm>
            <a:off x="457200" y="274638"/>
            <a:ext cx="8229600" cy="715962"/>
          </a:xfrm>
        </p:spPr>
        <p:txBody>
          <a:bodyPr>
            <a:normAutofit fontScale="90000"/>
          </a:bodyPr>
          <a:lstStyle/>
          <a:p>
            <a:r>
              <a:rPr lang="en-IN" sz="4400" b="1" i="0" u="none" strike="noStrike" dirty="0">
                <a:solidFill>
                  <a:srgbClr val="000000"/>
                </a:solidFill>
                <a:effectLst/>
                <a:latin typeface="Times New Roman" panose="02020603050405020304" pitchFamily="18" charset="0"/>
              </a:rPr>
              <a:t>Activity diagrams </a:t>
            </a:r>
            <a:endParaRPr lang="en-US" dirty="0"/>
          </a:p>
        </p:txBody>
      </p:sp>
      <p:sp>
        <p:nvSpPr>
          <p:cNvPr id="3" name="Content Placeholder 2">
            <a:extLst>
              <a:ext uri="{FF2B5EF4-FFF2-40B4-BE49-F238E27FC236}">
                <a16:creationId xmlns:a16="http://schemas.microsoft.com/office/drawing/2014/main" id="{0A323904-105B-1929-54D4-548F24850392}"/>
              </a:ext>
            </a:extLst>
          </p:cNvPr>
          <p:cNvSpPr>
            <a:spLocks noGrp="1"/>
          </p:cNvSpPr>
          <p:nvPr>
            <p:ph idx="1"/>
          </p:nvPr>
        </p:nvSpPr>
        <p:spPr>
          <a:xfrm>
            <a:off x="457200" y="1022350"/>
            <a:ext cx="8229600" cy="5103813"/>
          </a:xfrm>
        </p:spPr>
        <p:txBody>
          <a:bodyPr/>
          <a:lstStyle/>
          <a:p>
            <a:r>
              <a:rPr lang="en-IN" sz="2000" i="0" u="none" strike="noStrike" dirty="0">
                <a:solidFill>
                  <a:srgbClr val="000000"/>
                </a:solidFill>
                <a:effectLst/>
                <a:latin typeface="Times New Roman" panose="02020603050405020304" pitchFamily="18" charset="0"/>
              </a:rPr>
              <a:t>Activity diagram of admin</a:t>
            </a:r>
          </a:p>
          <a:p>
            <a:endParaRPr lang="en-US" dirty="0"/>
          </a:p>
        </p:txBody>
      </p:sp>
      <p:sp>
        <p:nvSpPr>
          <p:cNvPr id="4" name="Footer Placeholder 3">
            <a:extLst>
              <a:ext uri="{FF2B5EF4-FFF2-40B4-BE49-F238E27FC236}">
                <a16:creationId xmlns:a16="http://schemas.microsoft.com/office/drawing/2014/main" id="{BD371C02-A76B-EB95-049C-0A527DE58D52}"/>
              </a:ext>
            </a:extLst>
          </p:cNvPr>
          <p:cNvSpPr>
            <a:spLocks noGrp="1"/>
          </p:cNvSpPr>
          <p:nvPr>
            <p:ph type="ftr" sz="quarter" idx="11"/>
          </p:nvPr>
        </p:nvSpPr>
        <p:spPr>
          <a:xfrm>
            <a:off x="2608007" y="6538912"/>
            <a:ext cx="4038600" cy="365125"/>
          </a:xfrm>
        </p:spPr>
        <p:txBody>
          <a:bodyPr/>
          <a:lstStyle/>
          <a:p>
            <a:r>
              <a:rPr lang="en-US" dirty="0"/>
              <a:t>Department of Computer Science </a:t>
            </a:r>
          </a:p>
        </p:txBody>
      </p:sp>
      <p:sp>
        <p:nvSpPr>
          <p:cNvPr id="5" name="Slide Number Placeholder 4">
            <a:extLst>
              <a:ext uri="{FF2B5EF4-FFF2-40B4-BE49-F238E27FC236}">
                <a16:creationId xmlns:a16="http://schemas.microsoft.com/office/drawing/2014/main" id="{6A90320D-30DC-F41A-53D8-17B0352E4C0F}"/>
              </a:ext>
            </a:extLst>
          </p:cNvPr>
          <p:cNvSpPr>
            <a:spLocks noGrp="1"/>
          </p:cNvSpPr>
          <p:nvPr>
            <p:ph type="sldNum" sz="quarter" idx="12"/>
          </p:nvPr>
        </p:nvSpPr>
        <p:spPr/>
        <p:txBody>
          <a:bodyPr/>
          <a:lstStyle/>
          <a:p>
            <a:fld id="{4EE46D15-3898-4B85-9369-B7C77A63AF05}" type="slidenum">
              <a:rPr lang="en-US" smtClean="0"/>
              <a:t>13</a:t>
            </a:fld>
            <a:endParaRPr lang="en-US"/>
          </a:p>
        </p:txBody>
      </p:sp>
      <p:pic>
        <p:nvPicPr>
          <p:cNvPr id="6" name="Picture 2">
            <a:extLst>
              <a:ext uri="{FF2B5EF4-FFF2-40B4-BE49-F238E27FC236}">
                <a16:creationId xmlns:a16="http://schemas.microsoft.com/office/drawing/2014/main" id="{F148EDE2-8B04-7B1D-C0FA-8F72C77F940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2200" y="1189036"/>
            <a:ext cx="5257800" cy="53498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544813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7AD98C-DC6B-CA07-60D2-97A896FC51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BD5C05-5A90-4FC7-C126-8BC638BBC018}"/>
              </a:ext>
            </a:extLst>
          </p:cNvPr>
          <p:cNvSpPr>
            <a:spLocks noGrp="1"/>
          </p:cNvSpPr>
          <p:nvPr>
            <p:ph type="title"/>
          </p:nvPr>
        </p:nvSpPr>
        <p:spPr>
          <a:xfrm>
            <a:off x="457200" y="274638"/>
            <a:ext cx="8229600" cy="792162"/>
          </a:xfrm>
        </p:spPr>
        <p:txBody>
          <a:bodyPr>
            <a:normAutofit fontScale="90000"/>
          </a:bodyPr>
          <a:lstStyle/>
          <a:p>
            <a:r>
              <a:rPr lang="en-US" sz="4400" b="1" i="0" u="none" strike="noStrike" dirty="0">
                <a:solidFill>
                  <a:srgbClr val="000000"/>
                </a:solidFill>
                <a:effectLst/>
                <a:latin typeface="Arial" panose="020B0604020202020204" pitchFamily="34" charset="0"/>
              </a:rPr>
              <a:t> </a:t>
            </a:r>
            <a:r>
              <a:rPr lang="en-US" sz="3100" b="0" i="0" u="none" strike="noStrike" dirty="0">
                <a:solidFill>
                  <a:srgbClr val="000000"/>
                </a:solidFill>
                <a:effectLst/>
                <a:latin typeface="Arial" panose="020B0604020202020204" pitchFamily="34" charset="0"/>
              </a:rPr>
              <a:t>Activity Diagram of User(customer , system)</a:t>
            </a:r>
            <a:br>
              <a:rPr lang="en-US" sz="3100" b="0" i="0" u="none" strike="noStrike" dirty="0">
                <a:solidFill>
                  <a:srgbClr val="000000"/>
                </a:solidFill>
                <a:effectLst/>
                <a:latin typeface="Arial" panose="020B0604020202020204" pitchFamily="34" charset="0"/>
              </a:rPr>
            </a:br>
            <a:endParaRPr lang="en-US" dirty="0"/>
          </a:p>
        </p:txBody>
      </p:sp>
      <p:sp>
        <p:nvSpPr>
          <p:cNvPr id="4" name="Footer Placeholder 3">
            <a:extLst>
              <a:ext uri="{FF2B5EF4-FFF2-40B4-BE49-F238E27FC236}">
                <a16:creationId xmlns:a16="http://schemas.microsoft.com/office/drawing/2014/main" id="{133FEB18-E9AD-D551-849A-86D94F8987EA}"/>
              </a:ext>
            </a:extLst>
          </p:cNvPr>
          <p:cNvSpPr>
            <a:spLocks noGrp="1"/>
          </p:cNvSpPr>
          <p:nvPr>
            <p:ph type="ftr" sz="quarter" idx="11"/>
          </p:nvPr>
        </p:nvSpPr>
        <p:spPr>
          <a:xfrm>
            <a:off x="2590801" y="6492875"/>
            <a:ext cx="4038600" cy="365125"/>
          </a:xfrm>
        </p:spPr>
        <p:txBody>
          <a:bodyPr/>
          <a:lstStyle/>
          <a:p>
            <a:r>
              <a:rPr lang="en-US" dirty="0"/>
              <a:t>Department of Computer Science </a:t>
            </a:r>
          </a:p>
        </p:txBody>
      </p:sp>
      <p:sp>
        <p:nvSpPr>
          <p:cNvPr id="5" name="Slide Number Placeholder 4">
            <a:extLst>
              <a:ext uri="{FF2B5EF4-FFF2-40B4-BE49-F238E27FC236}">
                <a16:creationId xmlns:a16="http://schemas.microsoft.com/office/drawing/2014/main" id="{8DAA1555-7845-D553-84C8-7DF1E53D1E81}"/>
              </a:ext>
            </a:extLst>
          </p:cNvPr>
          <p:cNvSpPr>
            <a:spLocks noGrp="1"/>
          </p:cNvSpPr>
          <p:nvPr>
            <p:ph type="sldNum" sz="quarter" idx="12"/>
          </p:nvPr>
        </p:nvSpPr>
        <p:spPr/>
        <p:txBody>
          <a:bodyPr/>
          <a:lstStyle/>
          <a:p>
            <a:fld id="{4EE46D15-3898-4B85-9369-B7C77A63AF05}" type="slidenum">
              <a:rPr lang="en-US" smtClean="0"/>
              <a:t>14</a:t>
            </a:fld>
            <a:endParaRPr lang="en-US"/>
          </a:p>
        </p:txBody>
      </p:sp>
      <p:pic>
        <p:nvPicPr>
          <p:cNvPr id="6" name="Picture 2">
            <a:extLst>
              <a:ext uri="{FF2B5EF4-FFF2-40B4-BE49-F238E27FC236}">
                <a16:creationId xmlns:a16="http://schemas.microsoft.com/office/drawing/2014/main" id="{BE70EDDA-8B86-DAEE-6EC3-45FAA6BB6D1D}"/>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498521" y="685801"/>
            <a:ext cx="6627236" cy="57165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957382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BAC24D-B80D-E195-0FDF-CBD20D8437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36ADFC-50D8-2D20-6C3F-E05B2980BC8E}"/>
              </a:ext>
            </a:extLst>
          </p:cNvPr>
          <p:cNvSpPr>
            <a:spLocks noGrp="1"/>
          </p:cNvSpPr>
          <p:nvPr>
            <p:ph type="title"/>
          </p:nvPr>
        </p:nvSpPr>
        <p:spPr>
          <a:xfrm>
            <a:off x="457200" y="168275"/>
            <a:ext cx="8229600" cy="898525"/>
          </a:xfrm>
        </p:spPr>
        <p:txBody>
          <a:bodyPr>
            <a:normAutofit fontScale="90000"/>
          </a:bodyPr>
          <a:lstStyle/>
          <a:p>
            <a:r>
              <a:rPr lang="en-US" sz="3600" b="0" i="0" u="none" strike="noStrike" dirty="0">
                <a:solidFill>
                  <a:srgbClr val="000000"/>
                </a:solidFill>
                <a:effectLst/>
                <a:latin typeface="Arial" panose="020B0604020202020204" pitchFamily="34" charset="0"/>
              </a:rPr>
              <a:t>Activity diagram of order and payment</a:t>
            </a:r>
            <a:r>
              <a:rPr lang="en-US" sz="4400" b="0" i="0" u="none" strike="noStrike" dirty="0">
                <a:solidFill>
                  <a:srgbClr val="000000"/>
                </a:solidFill>
                <a:effectLst/>
                <a:latin typeface="Arial" panose="020B0604020202020204" pitchFamily="34" charset="0"/>
              </a:rPr>
              <a:t/>
            </a:r>
            <a:br>
              <a:rPr lang="en-US" sz="4400" b="0" i="0" u="none" strike="noStrike" dirty="0">
                <a:solidFill>
                  <a:srgbClr val="000000"/>
                </a:solidFill>
                <a:effectLst/>
                <a:latin typeface="Arial" panose="020B0604020202020204" pitchFamily="34" charset="0"/>
              </a:rPr>
            </a:br>
            <a:endParaRPr lang="en-US" dirty="0"/>
          </a:p>
        </p:txBody>
      </p:sp>
      <p:sp>
        <p:nvSpPr>
          <p:cNvPr id="4" name="Footer Placeholder 3">
            <a:extLst>
              <a:ext uri="{FF2B5EF4-FFF2-40B4-BE49-F238E27FC236}">
                <a16:creationId xmlns:a16="http://schemas.microsoft.com/office/drawing/2014/main" id="{BA6B64A6-58F3-4688-FAFC-7836779FF6CF}"/>
              </a:ext>
            </a:extLst>
          </p:cNvPr>
          <p:cNvSpPr>
            <a:spLocks noGrp="1"/>
          </p:cNvSpPr>
          <p:nvPr>
            <p:ph type="ftr" sz="quarter" idx="11"/>
          </p:nvPr>
        </p:nvSpPr>
        <p:spPr>
          <a:xfrm>
            <a:off x="2590801" y="6519504"/>
            <a:ext cx="4038600" cy="333375"/>
          </a:xfrm>
        </p:spPr>
        <p:txBody>
          <a:bodyPr/>
          <a:lstStyle/>
          <a:p>
            <a:r>
              <a:rPr lang="en-US" dirty="0"/>
              <a:t>Department of Computer Science </a:t>
            </a:r>
          </a:p>
        </p:txBody>
      </p:sp>
      <p:sp>
        <p:nvSpPr>
          <p:cNvPr id="5" name="Slide Number Placeholder 4">
            <a:extLst>
              <a:ext uri="{FF2B5EF4-FFF2-40B4-BE49-F238E27FC236}">
                <a16:creationId xmlns:a16="http://schemas.microsoft.com/office/drawing/2014/main" id="{B88382CE-4AF6-E297-7D7D-9E2DD601138E}"/>
              </a:ext>
            </a:extLst>
          </p:cNvPr>
          <p:cNvSpPr>
            <a:spLocks noGrp="1"/>
          </p:cNvSpPr>
          <p:nvPr>
            <p:ph type="sldNum" sz="quarter" idx="12"/>
          </p:nvPr>
        </p:nvSpPr>
        <p:spPr/>
        <p:txBody>
          <a:bodyPr/>
          <a:lstStyle/>
          <a:p>
            <a:fld id="{4EE46D15-3898-4B85-9369-B7C77A63AF05}" type="slidenum">
              <a:rPr lang="en-US" smtClean="0"/>
              <a:t>15</a:t>
            </a:fld>
            <a:endParaRPr lang="en-US"/>
          </a:p>
        </p:txBody>
      </p:sp>
      <p:pic>
        <p:nvPicPr>
          <p:cNvPr id="6" name="Picture 2">
            <a:extLst>
              <a:ext uri="{FF2B5EF4-FFF2-40B4-BE49-F238E27FC236}">
                <a16:creationId xmlns:a16="http://schemas.microsoft.com/office/drawing/2014/main" id="{DA45F4E1-CBB2-CA5C-D2FB-3DD61550E3C9}"/>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286001" y="609600"/>
            <a:ext cx="4038600" cy="59102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91386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E9707E-1C7C-F6F7-C4B6-49547EC311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E87485-DE83-3A08-76D5-1F2DDF1A5182}"/>
              </a:ext>
            </a:extLst>
          </p:cNvPr>
          <p:cNvSpPr>
            <a:spLocks noGrp="1"/>
          </p:cNvSpPr>
          <p:nvPr>
            <p:ph type="title"/>
          </p:nvPr>
        </p:nvSpPr>
        <p:spPr/>
        <p:txBody>
          <a:bodyPr>
            <a:normAutofit/>
          </a:bodyPr>
          <a:lstStyle/>
          <a:p>
            <a:r>
              <a:rPr lang="en-IN" sz="4400" b="1" i="0" u="none" strike="noStrike" dirty="0">
                <a:solidFill>
                  <a:srgbClr val="000000"/>
                </a:solidFill>
                <a:effectLst/>
                <a:latin typeface="Times New Roman" panose="02020603050405020304" pitchFamily="18" charset="0"/>
              </a:rPr>
              <a:t>Module hierarchy</a:t>
            </a:r>
            <a:endParaRPr lang="en-US" dirty="0"/>
          </a:p>
        </p:txBody>
      </p:sp>
      <p:sp>
        <p:nvSpPr>
          <p:cNvPr id="4" name="Footer Placeholder 3">
            <a:extLst>
              <a:ext uri="{FF2B5EF4-FFF2-40B4-BE49-F238E27FC236}">
                <a16:creationId xmlns:a16="http://schemas.microsoft.com/office/drawing/2014/main" id="{24CB7EB4-B394-1B16-0CDD-1F8BE2FD3EDE}"/>
              </a:ext>
            </a:extLst>
          </p:cNvPr>
          <p:cNvSpPr>
            <a:spLocks noGrp="1"/>
          </p:cNvSpPr>
          <p:nvPr>
            <p:ph type="ftr" sz="quarter" idx="11"/>
          </p:nvPr>
        </p:nvSpPr>
        <p:spPr/>
        <p:txBody>
          <a:bodyPr/>
          <a:lstStyle/>
          <a:p>
            <a:r>
              <a:rPr lang="en-US"/>
              <a:t>Department of Computer Science </a:t>
            </a:r>
            <a:endParaRPr lang="en-US" dirty="0"/>
          </a:p>
        </p:txBody>
      </p:sp>
      <p:sp>
        <p:nvSpPr>
          <p:cNvPr id="5" name="Slide Number Placeholder 4">
            <a:extLst>
              <a:ext uri="{FF2B5EF4-FFF2-40B4-BE49-F238E27FC236}">
                <a16:creationId xmlns:a16="http://schemas.microsoft.com/office/drawing/2014/main" id="{67C1B4AF-64B6-2749-17CE-63F0AF48B7CF}"/>
              </a:ext>
            </a:extLst>
          </p:cNvPr>
          <p:cNvSpPr>
            <a:spLocks noGrp="1"/>
          </p:cNvSpPr>
          <p:nvPr>
            <p:ph type="sldNum" sz="quarter" idx="12"/>
          </p:nvPr>
        </p:nvSpPr>
        <p:spPr/>
        <p:txBody>
          <a:bodyPr/>
          <a:lstStyle/>
          <a:p>
            <a:fld id="{4EE46D15-3898-4B85-9369-B7C77A63AF05}" type="slidenum">
              <a:rPr lang="en-US" smtClean="0"/>
              <a:t>16</a:t>
            </a:fld>
            <a:endParaRPr lang="en-US"/>
          </a:p>
        </p:txBody>
      </p:sp>
      <p:pic>
        <p:nvPicPr>
          <p:cNvPr id="1026" name="Picture 2">
            <a:extLst>
              <a:ext uri="{FF2B5EF4-FFF2-40B4-BE49-F238E27FC236}">
                <a16:creationId xmlns:a16="http://schemas.microsoft.com/office/drawing/2014/main" id="{C36DEC6B-8E12-0EAD-169B-0D24C592407D}"/>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20336" t="2329" r="7479" b="3037"/>
          <a:stretch/>
        </p:blipFill>
        <p:spPr bwMode="auto">
          <a:xfrm>
            <a:off x="1828800" y="1449388"/>
            <a:ext cx="5963278" cy="43295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62750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06" name="Title 1"/>
          <p:cNvSpPr>
            <a:spLocks noGrp="1"/>
          </p:cNvSpPr>
          <p:nvPr>
            <p:ph type="title"/>
          </p:nvPr>
        </p:nvSpPr>
        <p:spPr>
          <a:xfrm>
            <a:off x="-1037304" y="-274636"/>
            <a:ext cx="8229600" cy="1143000"/>
          </a:xfrm>
        </p:spPr>
        <p:txBody>
          <a:bodyPr/>
          <a:lstStyle/>
          <a:p>
            <a:r>
              <a:rPr lang="en-IN" dirty="0"/>
              <a:t>                          Data Dictionary	</a:t>
            </a:r>
          </a:p>
        </p:txBody>
      </p:sp>
      <p:sp>
        <p:nvSpPr>
          <p:cNvPr id="1048707" name="Text Placeholder 2"/>
          <p:cNvSpPr>
            <a:spLocks noGrp="1"/>
          </p:cNvSpPr>
          <p:nvPr>
            <p:ph type="body" idx="1"/>
          </p:nvPr>
        </p:nvSpPr>
        <p:spPr/>
        <p:txBody>
          <a:bodyPr/>
          <a:lstStyle/>
          <a:p>
            <a:endParaRPr lang="en-IN" dirty="0"/>
          </a:p>
        </p:txBody>
      </p:sp>
      <p:sp>
        <p:nvSpPr>
          <p:cNvPr id="1048708"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17</a:t>
            </a:fld>
            <a:endParaRPr lang="en-US" dirty="0"/>
          </a:p>
        </p:txBody>
      </p:sp>
      <p:sp>
        <p:nvSpPr>
          <p:cNvPr id="1048709" name="Google Shape;126;p17"/>
          <p:cNvSpPr txBox="1">
            <a:spLocks noGrp="1"/>
          </p:cNvSpPr>
          <p:nvPr>
            <p:ph type="ftr" idx="11"/>
          </p:nvPr>
        </p:nvSpPr>
        <p:spPr>
          <a:xfrm>
            <a:off x="2590800" y="6333931"/>
            <a:ext cx="4038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Department of Computer Science </a:t>
            </a:r>
            <a:endParaRPr dirty="0"/>
          </a:p>
        </p:txBody>
      </p:sp>
      <p:pic>
        <p:nvPicPr>
          <p:cNvPr id="2097165" name="Picture 6"/>
          <p:cNvPicPr>
            <a:picLocks noChangeAspect="1"/>
          </p:cNvPicPr>
          <p:nvPr/>
        </p:nvPicPr>
        <p:blipFill>
          <a:blip r:embed="rId3"/>
          <a:stretch>
            <a:fillRect/>
          </a:stretch>
        </p:blipFill>
        <p:spPr>
          <a:xfrm>
            <a:off x="149476" y="589434"/>
            <a:ext cx="9028223" cy="5722078"/>
          </a:xfrm>
          <a:prstGeom prst="rect">
            <a:avLst/>
          </a:prstGeom>
        </p:spPr>
      </p:pic>
      <p:sp>
        <p:nvSpPr>
          <p:cNvPr id="1048710" name="Rectangle 8"/>
          <p:cNvSpPr/>
          <p:nvPr/>
        </p:nvSpPr>
        <p:spPr>
          <a:xfrm>
            <a:off x="57888" y="69828"/>
            <a:ext cx="1121983" cy="77987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097166" name="Google Shape;95;p13"/>
          <p:cNvPicPr preferRelativeResize="0">
            <a:picLocks/>
          </p:cNvPicPr>
          <p:nvPr/>
        </p:nvPicPr>
        <p:blipFill rotWithShape="1">
          <a:blip r:embed="rId4">
            <a:alphaModFix/>
          </a:blip>
          <a:srcRect/>
          <a:stretch>
            <a:fillRect/>
          </a:stretch>
        </p:blipFill>
        <p:spPr>
          <a:xfrm>
            <a:off x="36318" y="55641"/>
            <a:ext cx="963561" cy="779874"/>
          </a:xfrm>
          <a:prstGeom prst="rect">
            <a:avLst/>
          </a:prstGeom>
          <a:solidFill>
            <a:schemeClr val="bg1"/>
          </a:solidFill>
          <a:ln>
            <a:noFill/>
          </a:ln>
        </p:spPr>
      </p:pic>
      <p:sp>
        <p:nvSpPr>
          <p:cNvPr id="1048711" name="Rectangle: Rounded Corners 5"/>
          <p:cNvSpPr/>
          <p:nvPr/>
        </p:nvSpPr>
        <p:spPr>
          <a:xfrm>
            <a:off x="57888" y="4795935"/>
            <a:ext cx="1789573" cy="279918"/>
          </a:xfrm>
          <a:prstGeom prst="round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1048713" name="Rectangle 12"/>
          <p:cNvSpPr/>
          <p:nvPr/>
        </p:nvSpPr>
        <p:spPr>
          <a:xfrm>
            <a:off x="6211352" y="4935894"/>
            <a:ext cx="980943" cy="92276"/>
          </a:xfrm>
          <a:prstGeom prst="rect">
            <a:avLst/>
          </a:prstGeom>
          <a:ln w="6350">
            <a:solidFill>
              <a:schemeClr val="bg1"/>
            </a:solidFill>
          </a:ln>
        </p:spPr>
        <p:style>
          <a:lnRef idx="2">
            <a:schemeClr val="accent6"/>
          </a:lnRef>
          <a:fillRef idx="1001">
            <a:schemeClr val="lt1"/>
          </a:fillRef>
          <a:effectRef idx="0">
            <a:schemeClr val="accent6"/>
          </a:effectRef>
          <a:fontRef idx="minor">
            <a:schemeClr val="dk1"/>
          </a:fontRef>
        </p:style>
        <p:txBody>
          <a:bodyPr rtlCol="0" anchor="ctr"/>
          <a:lstStyle/>
          <a:p>
            <a:pPr algn="ctr"/>
            <a:r>
              <a:rPr lang="en-IN" sz="1200" b="1" dirty="0">
                <a:solidFill>
                  <a:schemeClr val="tx1">
                    <a:lumMod val="50000"/>
                    <a:lumOff val="50000"/>
                  </a:schemeClr>
                </a:solidFill>
              </a:rPr>
              <a:t>upi_id</a:t>
            </a:r>
          </a:p>
        </p:txBody>
      </p:sp>
      <p:sp>
        <p:nvSpPr>
          <p:cNvPr id="2" name="Rectangle 1">
            <a:extLst>
              <a:ext uri="{FF2B5EF4-FFF2-40B4-BE49-F238E27FC236}">
                <a16:creationId xmlns:a16="http://schemas.microsoft.com/office/drawing/2014/main" id="{259BE3AD-1AA4-DB0E-F746-8872DF0F6AE5}"/>
              </a:ext>
            </a:extLst>
          </p:cNvPr>
          <p:cNvSpPr/>
          <p:nvPr/>
        </p:nvSpPr>
        <p:spPr>
          <a:xfrm>
            <a:off x="6211353" y="4935895"/>
            <a:ext cx="980943" cy="9227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8309D0BB-2A7C-B078-867D-405854A1486F}"/>
              </a:ext>
            </a:extLst>
          </p:cNvPr>
          <p:cNvSpPr txBox="1"/>
          <p:nvPr/>
        </p:nvSpPr>
        <p:spPr>
          <a:xfrm>
            <a:off x="3237722" y="5001218"/>
            <a:ext cx="2318579" cy="246221"/>
          </a:xfrm>
          <a:prstGeom prst="rect">
            <a:avLst/>
          </a:prstGeom>
          <a:noFill/>
        </p:spPr>
        <p:txBody>
          <a:bodyPr wrap="square">
            <a:spAutoFit/>
          </a:bodyPr>
          <a:lstStyle/>
          <a:p>
            <a:pPr algn="ctr"/>
            <a:r>
              <a:rPr lang="en-IN" sz="1000" b="1" dirty="0" err="1">
                <a:solidFill>
                  <a:schemeClr val="tx1">
                    <a:lumMod val="50000"/>
                    <a:lumOff val="50000"/>
                  </a:schemeClr>
                </a:solidFill>
              </a:rPr>
              <a:t>upi_id</a:t>
            </a:r>
            <a:endParaRPr lang="en-IN" sz="1000" b="1" dirty="0">
              <a:solidFill>
                <a:schemeClr val="tx1">
                  <a:lumMod val="50000"/>
                  <a:lumOff val="50000"/>
                </a:schemeClr>
              </a:solidFill>
            </a:endParaRPr>
          </a:p>
        </p:txBody>
      </p:sp>
      <p:sp>
        <p:nvSpPr>
          <p:cNvPr id="6" name="TextBox 5">
            <a:extLst>
              <a:ext uri="{FF2B5EF4-FFF2-40B4-BE49-F238E27FC236}">
                <a16:creationId xmlns:a16="http://schemas.microsoft.com/office/drawing/2014/main" id="{8B297A8F-1D1F-A330-08CD-78A860E86604}"/>
              </a:ext>
            </a:extLst>
          </p:cNvPr>
          <p:cNvSpPr txBox="1"/>
          <p:nvPr/>
        </p:nvSpPr>
        <p:spPr>
          <a:xfrm>
            <a:off x="1747157" y="2736402"/>
            <a:ext cx="5099178" cy="246221"/>
          </a:xfrm>
          <a:prstGeom prst="rect">
            <a:avLst/>
          </a:prstGeom>
          <a:noFill/>
        </p:spPr>
        <p:txBody>
          <a:bodyPr wrap="square">
            <a:spAutoFit/>
          </a:bodyPr>
          <a:lstStyle/>
          <a:p>
            <a:pPr algn="ctr"/>
            <a:r>
              <a:rPr lang="en-IN" sz="1000" b="1" dirty="0">
                <a:solidFill>
                  <a:schemeClr val="tx1">
                    <a:lumMod val="50000"/>
                    <a:lumOff val="50000"/>
                  </a:schemeClr>
                </a:solidFill>
              </a:rPr>
              <a:t>about</a:t>
            </a:r>
          </a:p>
        </p:txBody>
      </p:sp>
      <p:sp>
        <p:nvSpPr>
          <p:cNvPr id="8" name="TextBox 7">
            <a:extLst>
              <a:ext uri="{FF2B5EF4-FFF2-40B4-BE49-F238E27FC236}">
                <a16:creationId xmlns:a16="http://schemas.microsoft.com/office/drawing/2014/main" id="{A2C5D676-2527-5E60-4D63-D6997A23D5F9}"/>
              </a:ext>
            </a:extLst>
          </p:cNvPr>
          <p:cNvSpPr txBox="1"/>
          <p:nvPr/>
        </p:nvSpPr>
        <p:spPr>
          <a:xfrm>
            <a:off x="270688" y="2997955"/>
            <a:ext cx="5099178" cy="215444"/>
          </a:xfrm>
          <a:prstGeom prst="rect">
            <a:avLst/>
          </a:prstGeom>
          <a:noFill/>
        </p:spPr>
        <p:txBody>
          <a:bodyPr wrap="square">
            <a:spAutoFit/>
          </a:bodyPr>
          <a:lstStyle/>
          <a:p>
            <a:pPr algn="ctr"/>
            <a:r>
              <a:rPr lang="en-IN" sz="800" b="1" dirty="0">
                <a:solidFill>
                  <a:schemeClr val="tx1">
                    <a:lumMod val="50000"/>
                    <a:lumOff val="50000"/>
                  </a:schemeClr>
                </a:solidFill>
              </a:rPr>
              <a:t>Total products</a:t>
            </a:r>
          </a:p>
        </p:txBody>
      </p:sp>
      <p:sp>
        <p:nvSpPr>
          <p:cNvPr id="9" name="Rectangle 8">
            <a:extLst>
              <a:ext uri="{FF2B5EF4-FFF2-40B4-BE49-F238E27FC236}">
                <a16:creationId xmlns:a16="http://schemas.microsoft.com/office/drawing/2014/main" id="{6B4C6FE3-0E01-3E4F-764D-EF31BD41C374}"/>
              </a:ext>
            </a:extLst>
          </p:cNvPr>
          <p:cNvSpPr/>
          <p:nvPr/>
        </p:nvSpPr>
        <p:spPr>
          <a:xfrm>
            <a:off x="514135" y="3518609"/>
            <a:ext cx="961051" cy="8333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3533AF-8642-F111-DA58-734D3A9C87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FB447A-DCBD-9218-9B8A-A24ECF3B4E3D}"/>
              </a:ext>
            </a:extLst>
          </p:cNvPr>
          <p:cNvSpPr>
            <a:spLocks noGrp="1"/>
          </p:cNvSpPr>
          <p:nvPr>
            <p:ph type="title"/>
          </p:nvPr>
        </p:nvSpPr>
        <p:spPr/>
        <p:txBody>
          <a:bodyPr>
            <a:normAutofit/>
          </a:bodyPr>
          <a:lstStyle/>
          <a:p>
            <a:r>
              <a:rPr lang="en-US" dirty="0" smtClean="0"/>
              <a:t>Home</a:t>
            </a:r>
            <a:r>
              <a:rPr lang="en-US" dirty="0" smtClean="0"/>
              <a:t> Page</a:t>
            </a:r>
            <a:endParaRPr lang="en-US" dirty="0"/>
          </a:p>
        </p:txBody>
      </p:sp>
      <p:pic>
        <p:nvPicPr>
          <p:cNvPr id="6" name="Content Placeholder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48922" y="1600200"/>
            <a:ext cx="8046156" cy="4525963"/>
          </a:xfrm>
        </p:spPr>
      </p:pic>
      <p:sp>
        <p:nvSpPr>
          <p:cNvPr id="4" name="Footer Placeholder 3">
            <a:extLst>
              <a:ext uri="{FF2B5EF4-FFF2-40B4-BE49-F238E27FC236}">
                <a16:creationId xmlns:a16="http://schemas.microsoft.com/office/drawing/2014/main" id="{9C61D62A-B47F-EFC1-CE57-C76D77D79994}"/>
              </a:ext>
            </a:extLst>
          </p:cNvPr>
          <p:cNvSpPr>
            <a:spLocks noGrp="1"/>
          </p:cNvSpPr>
          <p:nvPr>
            <p:ph type="ftr" sz="quarter" idx="11"/>
          </p:nvPr>
        </p:nvSpPr>
        <p:spPr/>
        <p:txBody>
          <a:bodyPr/>
          <a:lstStyle/>
          <a:p>
            <a:r>
              <a:rPr lang="en-US"/>
              <a:t>Department of Computer Science </a:t>
            </a:r>
            <a:endParaRPr lang="en-US" dirty="0"/>
          </a:p>
        </p:txBody>
      </p:sp>
      <p:sp>
        <p:nvSpPr>
          <p:cNvPr id="5" name="Slide Number Placeholder 4">
            <a:extLst>
              <a:ext uri="{FF2B5EF4-FFF2-40B4-BE49-F238E27FC236}">
                <a16:creationId xmlns:a16="http://schemas.microsoft.com/office/drawing/2014/main" id="{4B265189-6865-742D-BD25-10A9DC527861}"/>
              </a:ext>
            </a:extLst>
          </p:cNvPr>
          <p:cNvSpPr>
            <a:spLocks noGrp="1"/>
          </p:cNvSpPr>
          <p:nvPr>
            <p:ph type="sldNum" sz="quarter" idx="12"/>
          </p:nvPr>
        </p:nvSpPr>
        <p:spPr/>
        <p:txBody>
          <a:bodyPr/>
          <a:lstStyle/>
          <a:p>
            <a:fld id="{4EE46D15-3898-4B85-9369-B7C77A63AF05}" type="slidenum">
              <a:rPr lang="en-US" smtClean="0"/>
              <a:t>18</a:t>
            </a:fld>
            <a:endParaRPr lang="en-US"/>
          </a:p>
        </p:txBody>
      </p:sp>
    </p:spTree>
    <p:extLst>
      <p:ext uri="{BB962C8B-B14F-4D97-AF65-F5344CB8AC3E}">
        <p14:creationId xmlns:p14="http://schemas.microsoft.com/office/powerpoint/2010/main" val="24918673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3533AF-8642-F111-DA58-734D3A9C87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FB447A-DCBD-9218-9B8A-A24ECF3B4E3D}"/>
              </a:ext>
            </a:extLst>
          </p:cNvPr>
          <p:cNvSpPr>
            <a:spLocks noGrp="1"/>
          </p:cNvSpPr>
          <p:nvPr>
            <p:ph type="title"/>
          </p:nvPr>
        </p:nvSpPr>
        <p:spPr/>
        <p:txBody>
          <a:bodyPr>
            <a:normAutofit/>
          </a:bodyPr>
          <a:lstStyle/>
          <a:p>
            <a:r>
              <a:rPr lang="en-US" dirty="0" smtClean="0"/>
              <a:t>Home</a:t>
            </a:r>
            <a:r>
              <a:rPr lang="en-US" dirty="0" smtClean="0"/>
              <a:t> Page</a:t>
            </a:r>
            <a:endParaRPr lang="en-US" dirty="0"/>
          </a:p>
        </p:txBody>
      </p:sp>
      <p:sp>
        <p:nvSpPr>
          <p:cNvPr id="4" name="Footer Placeholder 3">
            <a:extLst>
              <a:ext uri="{FF2B5EF4-FFF2-40B4-BE49-F238E27FC236}">
                <a16:creationId xmlns:a16="http://schemas.microsoft.com/office/drawing/2014/main" id="{9C61D62A-B47F-EFC1-CE57-C76D77D79994}"/>
              </a:ext>
            </a:extLst>
          </p:cNvPr>
          <p:cNvSpPr>
            <a:spLocks noGrp="1"/>
          </p:cNvSpPr>
          <p:nvPr>
            <p:ph type="ftr" sz="quarter" idx="11"/>
          </p:nvPr>
        </p:nvSpPr>
        <p:spPr/>
        <p:txBody>
          <a:bodyPr/>
          <a:lstStyle/>
          <a:p>
            <a:r>
              <a:rPr lang="en-US"/>
              <a:t>Department of Computer Science </a:t>
            </a:r>
            <a:endParaRPr lang="en-US" dirty="0"/>
          </a:p>
        </p:txBody>
      </p:sp>
      <p:sp>
        <p:nvSpPr>
          <p:cNvPr id="5" name="Slide Number Placeholder 4">
            <a:extLst>
              <a:ext uri="{FF2B5EF4-FFF2-40B4-BE49-F238E27FC236}">
                <a16:creationId xmlns:a16="http://schemas.microsoft.com/office/drawing/2014/main" id="{4B265189-6865-742D-BD25-10A9DC527861}"/>
              </a:ext>
            </a:extLst>
          </p:cNvPr>
          <p:cNvSpPr>
            <a:spLocks noGrp="1"/>
          </p:cNvSpPr>
          <p:nvPr>
            <p:ph type="sldNum" sz="quarter" idx="12"/>
          </p:nvPr>
        </p:nvSpPr>
        <p:spPr/>
        <p:txBody>
          <a:bodyPr/>
          <a:lstStyle/>
          <a:p>
            <a:fld id="{4EE46D15-3898-4B85-9369-B7C77A63AF05}" type="slidenum">
              <a:rPr lang="en-US" smtClean="0"/>
              <a:t>19</a:t>
            </a:fld>
            <a:endParaRPr lang="en-US"/>
          </a:p>
        </p:txBody>
      </p:sp>
      <p:pic>
        <p:nvPicPr>
          <p:cNvPr id="7" name="Content Placeholder 6"/>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48922" y="1600200"/>
            <a:ext cx="8046156" cy="4525963"/>
          </a:xfrm>
        </p:spPr>
      </p:pic>
    </p:spTree>
    <p:extLst>
      <p:ext uri="{BB962C8B-B14F-4D97-AF65-F5344CB8AC3E}">
        <p14:creationId xmlns:p14="http://schemas.microsoft.com/office/powerpoint/2010/main" val="34454211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3533AF-8642-F111-DA58-734D3A9C87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FB447A-DCBD-9218-9B8A-A24ECF3B4E3D}"/>
              </a:ext>
            </a:extLst>
          </p:cNvPr>
          <p:cNvSpPr>
            <a:spLocks noGrp="1"/>
          </p:cNvSpPr>
          <p:nvPr>
            <p:ph type="title"/>
          </p:nvPr>
        </p:nvSpPr>
        <p:spPr/>
        <p:txBody>
          <a:bodyPr>
            <a:normAutofit/>
          </a:bodyPr>
          <a:lstStyle/>
          <a:p>
            <a:r>
              <a:rPr lang="en-US" dirty="0" smtClean="0"/>
              <a:t>Home</a:t>
            </a:r>
            <a:r>
              <a:rPr lang="en-US" dirty="0" smtClean="0"/>
              <a:t> Page</a:t>
            </a:r>
            <a:endParaRPr lang="en-US" dirty="0"/>
          </a:p>
        </p:txBody>
      </p:sp>
      <p:sp>
        <p:nvSpPr>
          <p:cNvPr id="4" name="Footer Placeholder 3">
            <a:extLst>
              <a:ext uri="{FF2B5EF4-FFF2-40B4-BE49-F238E27FC236}">
                <a16:creationId xmlns:a16="http://schemas.microsoft.com/office/drawing/2014/main" id="{9C61D62A-B47F-EFC1-CE57-C76D77D79994}"/>
              </a:ext>
            </a:extLst>
          </p:cNvPr>
          <p:cNvSpPr>
            <a:spLocks noGrp="1"/>
          </p:cNvSpPr>
          <p:nvPr>
            <p:ph type="ftr" sz="quarter" idx="11"/>
          </p:nvPr>
        </p:nvSpPr>
        <p:spPr/>
        <p:txBody>
          <a:bodyPr/>
          <a:lstStyle/>
          <a:p>
            <a:r>
              <a:rPr lang="en-US"/>
              <a:t>Department of Computer Science </a:t>
            </a:r>
            <a:endParaRPr lang="en-US" dirty="0"/>
          </a:p>
        </p:txBody>
      </p:sp>
      <p:sp>
        <p:nvSpPr>
          <p:cNvPr id="5" name="Slide Number Placeholder 4">
            <a:extLst>
              <a:ext uri="{FF2B5EF4-FFF2-40B4-BE49-F238E27FC236}">
                <a16:creationId xmlns:a16="http://schemas.microsoft.com/office/drawing/2014/main" id="{4B265189-6865-742D-BD25-10A9DC527861}"/>
              </a:ext>
            </a:extLst>
          </p:cNvPr>
          <p:cNvSpPr>
            <a:spLocks noGrp="1"/>
          </p:cNvSpPr>
          <p:nvPr>
            <p:ph type="sldNum" sz="quarter" idx="12"/>
          </p:nvPr>
        </p:nvSpPr>
        <p:spPr/>
        <p:txBody>
          <a:bodyPr/>
          <a:lstStyle/>
          <a:p>
            <a:fld id="{4EE46D15-3898-4B85-9369-B7C77A63AF05}" type="slidenum">
              <a:rPr lang="en-US" smtClean="0"/>
              <a:t>20</a:t>
            </a:fld>
            <a:endParaRPr lang="en-US"/>
          </a:p>
        </p:txBody>
      </p:sp>
      <p:pic>
        <p:nvPicPr>
          <p:cNvPr id="9" name="Content Placeholder 8"/>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48922" y="1600200"/>
            <a:ext cx="8046156" cy="4525963"/>
          </a:xfrm>
        </p:spPr>
      </p:pic>
    </p:spTree>
    <p:extLst>
      <p:ext uri="{BB962C8B-B14F-4D97-AF65-F5344CB8AC3E}">
        <p14:creationId xmlns:p14="http://schemas.microsoft.com/office/powerpoint/2010/main" val="32596969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3533AF-8642-F111-DA58-734D3A9C87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FB447A-DCBD-9218-9B8A-A24ECF3B4E3D}"/>
              </a:ext>
            </a:extLst>
          </p:cNvPr>
          <p:cNvSpPr>
            <a:spLocks noGrp="1"/>
          </p:cNvSpPr>
          <p:nvPr>
            <p:ph type="title"/>
          </p:nvPr>
        </p:nvSpPr>
        <p:spPr/>
        <p:txBody>
          <a:bodyPr>
            <a:normAutofit/>
          </a:bodyPr>
          <a:lstStyle/>
          <a:p>
            <a:r>
              <a:rPr lang="en-US" dirty="0" smtClean="0"/>
              <a:t>Sign UP</a:t>
            </a:r>
            <a:r>
              <a:rPr lang="en-US" dirty="0" smtClean="0"/>
              <a:t> Page</a:t>
            </a:r>
            <a:endParaRPr lang="en-US" dirty="0"/>
          </a:p>
        </p:txBody>
      </p:sp>
      <p:sp>
        <p:nvSpPr>
          <p:cNvPr id="4" name="Footer Placeholder 3">
            <a:extLst>
              <a:ext uri="{FF2B5EF4-FFF2-40B4-BE49-F238E27FC236}">
                <a16:creationId xmlns:a16="http://schemas.microsoft.com/office/drawing/2014/main" id="{9C61D62A-B47F-EFC1-CE57-C76D77D79994}"/>
              </a:ext>
            </a:extLst>
          </p:cNvPr>
          <p:cNvSpPr>
            <a:spLocks noGrp="1"/>
          </p:cNvSpPr>
          <p:nvPr>
            <p:ph type="ftr" sz="quarter" idx="11"/>
          </p:nvPr>
        </p:nvSpPr>
        <p:spPr/>
        <p:txBody>
          <a:bodyPr/>
          <a:lstStyle/>
          <a:p>
            <a:r>
              <a:rPr lang="en-US"/>
              <a:t>Department of Computer Science </a:t>
            </a:r>
            <a:endParaRPr lang="en-US" dirty="0"/>
          </a:p>
        </p:txBody>
      </p:sp>
      <p:sp>
        <p:nvSpPr>
          <p:cNvPr id="5" name="Slide Number Placeholder 4">
            <a:extLst>
              <a:ext uri="{FF2B5EF4-FFF2-40B4-BE49-F238E27FC236}">
                <a16:creationId xmlns:a16="http://schemas.microsoft.com/office/drawing/2014/main" id="{4B265189-6865-742D-BD25-10A9DC527861}"/>
              </a:ext>
            </a:extLst>
          </p:cNvPr>
          <p:cNvSpPr>
            <a:spLocks noGrp="1"/>
          </p:cNvSpPr>
          <p:nvPr>
            <p:ph type="sldNum" sz="quarter" idx="12"/>
          </p:nvPr>
        </p:nvSpPr>
        <p:spPr/>
        <p:txBody>
          <a:bodyPr/>
          <a:lstStyle/>
          <a:p>
            <a:fld id="{4EE46D15-3898-4B85-9369-B7C77A63AF05}" type="slidenum">
              <a:rPr lang="en-US" smtClean="0"/>
              <a:t>21</a:t>
            </a:fld>
            <a:endParaRPr lang="en-US"/>
          </a:p>
        </p:txBody>
      </p:sp>
      <p:pic>
        <p:nvPicPr>
          <p:cNvPr id="8" name="Content Placeholder 7"/>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48922" y="1600200"/>
            <a:ext cx="8046156" cy="4525963"/>
          </a:xfrm>
        </p:spPr>
      </p:pic>
    </p:spTree>
    <p:extLst>
      <p:ext uri="{BB962C8B-B14F-4D97-AF65-F5344CB8AC3E}">
        <p14:creationId xmlns:p14="http://schemas.microsoft.com/office/powerpoint/2010/main" val="25489867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3533AF-8642-F111-DA58-734D3A9C87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FB447A-DCBD-9218-9B8A-A24ECF3B4E3D}"/>
              </a:ext>
            </a:extLst>
          </p:cNvPr>
          <p:cNvSpPr>
            <a:spLocks noGrp="1"/>
          </p:cNvSpPr>
          <p:nvPr>
            <p:ph type="title"/>
          </p:nvPr>
        </p:nvSpPr>
        <p:spPr/>
        <p:txBody>
          <a:bodyPr>
            <a:normAutofit/>
          </a:bodyPr>
          <a:lstStyle/>
          <a:p>
            <a:r>
              <a:rPr lang="en-US" dirty="0" smtClean="0"/>
              <a:t>Login </a:t>
            </a:r>
            <a:r>
              <a:rPr lang="en-US" dirty="0" smtClean="0"/>
              <a:t>Page</a:t>
            </a:r>
            <a:endParaRPr lang="en-US" dirty="0"/>
          </a:p>
        </p:txBody>
      </p:sp>
      <p:sp>
        <p:nvSpPr>
          <p:cNvPr id="4" name="Footer Placeholder 3">
            <a:extLst>
              <a:ext uri="{FF2B5EF4-FFF2-40B4-BE49-F238E27FC236}">
                <a16:creationId xmlns:a16="http://schemas.microsoft.com/office/drawing/2014/main" id="{9C61D62A-B47F-EFC1-CE57-C76D77D79994}"/>
              </a:ext>
            </a:extLst>
          </p:cNvPr>
          <p:cNvSpPr>
            <a:spLocks noGrp="1"/>
          </p:cNvSpPr>
          <p:nvPr>
            <p:ph type="ftr" sz="quarter" idx="11"/>
          </p:nvPr>
        </p:nvSpPr>
        <p:spPr/>
        <p:txBody>
          <a:bodyPr/>
          <a:lstStyle/>
          <a:p>
            <a:r>
              <a:rPr lang="en-US"/>
              <a:t>Department of Computer Science </a:t>
            </a:r>
            <a:endParaRPr lang="en-US" dirty="0"/>
          </a:p>
        </p:txBody>
      </p:sp>
      <p:sp>
        <p:nvSpPr>
          <p:cNvPr id="5" name="Slide Number Placeholder 4">
            <a:extLst>
              <a:ext uri="{FF2B5EF4-FFF2-40B4-BE49-F238E27FC236}">
                <a16:creationId xmlns:a16="http://schemas.microsoft.com/office/drawing/2014/main" id="{4B265189-6865-742D-BD25-10A9DC527861}"/>
              </a:ext>
            </a:extLst>
          </p:cNvPr>
          <p:cNvSpPr>
            <a:spLocks noGrp="1"/>
          </p:cNvSpPr>
          <p:nvPr>
            <p:ph type="sldNum" sz="quarter" idx="12"/>
          </p:nvPr>
        </p:nvSpPr>
        <p:spPr/>
        <p:txBody>
          <a:bodyPr/>
          <a:lstStyle/>
          <a:p>
            <a:fld id="{4EE46D15-3898-4B85-9369-B7C77A63AF05}" type="slidenum">
              <a:rPr lang="en-US" smtClean="0"/>
              <a:t>22</a:t>
            </a:fld>
            <a:endParaRPr lang="en-US"/>
          </a:p>
        </p:txBody>
      </p:sp>
      <p:pic>
        <p:nvPicPr>
          <p:cNvPr id="6" name="Content Placeholder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48922" y="1600200"/>
            <a:ext cx="8046156" cy="4525963"/>
          </a:xfrm>
        </p:spPr>
      </p:pic>
    </p:spTree>
    <p:extLst>
      <p:ext uri="{BB962C8B-B14F-4D97-AF65-F5344CB8AC3E}">
        <p14:creationId xmlns:p14="http://schemas.microsoft.com/office/powerpoint/2010/main" val="20378291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3533AF-8642-F111-DA58-734D3A9C87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FB447A-DCBD-9218-9B8A-A24ECF3B4E3D}"/>
              </a:ext>
            </a:extLst>
          </p:cNvPr>
          <p:cNvSpPr>
            <a:spLocks noGrp="1"/>
          </p:cNvSpPr>
          <p:nvPr>
            <p:ph type="title"/>
          </p:nvPr>
        </p:nvSpPr>
        <p:spPr/>
        <p:txBody>
          <a:bodyPr>
            <a:normAutofit/>
          </a:bodyPr>
          <a:lstStyle/>
          <a:p>
            <a:r>
              <a:rPr lang="en-US" dirty="0" smtClean="0"/>
              <a:t>Shop Page</a:t>
            </a:r>
            <a:endParaRPr lang="en-US" dirty="0"/>
          </a:p>
        </p:txBody>
      </p:sp>
      <p:sp>
        <p:nvSpPr>
          <p:cNvPr id="4" name="Footer Placeholder 3">
            <a:extLst>
              <a:ext uri="{FF2B5EF4-FFF2-40B4-BE49-F238E27FC236}">
                <a16:creationId xmlns:a16="http://schemas.microsoft.com/office/drawing/2014/main" id="{9C61D62A-B47F-EFC1-CE57-C76D77D79994}"/>
              </a:ext>
            </a:extLst>
          </p:cNvPr>
          <p:cNvSpPr>
            <a:spLocks noGrp="1"/>
          </p:cNvSpPr>
          <p:nvPr>
            <p:ph type="ftr" sz="quarter" idx="11"/>
          </p:nvPr>
        </p:nvSpPr>
        <p:spPr/>
        <p:txBody>
          <a:bodyPr/>
          <a:lstStyle/>
          <a:p>
            <a:r>
              <a:rPr lang="en-US"/>
              <a:t>Department of Computer Science </a:t>
            </a:r>
            <a:endParaRPr lang="en-US" dirty="0"/>
          </a:p>
        </p:txBody>
      </p:sp>
      <p:sp>
        <p:nvSpPr>
          <p:cNvPr id="5" name="Slide Number Placeholder 4">
            <a:extLst>
              <a:ext uri="{FF2B5EF4-FFF2-40B4-BE49-F238E27FC236}">
                <a16:creationId xmlns:a16="http://schemas.microsoft.com/office/drawing/2014/main" id="{4B265189-6865-742D-BD25-10A9DC527861}"/>
              </a:ext>
            </a:extLst>
          </p:cNvPr>
          <p:cNvSpPr>
            <a:spLocks noGrp="1"/>
          </p:cNvSpPr>
          <p:nvPr>
            <p:ph type="sldNum" sz="quarter" idx="12"/>
          </p:nvPr>
        </p:nvSpPr>
        <p:spPr/>
        <p:txBody>
          <a:bodyPr/>
          <a:lstStyle/>
          <a:p>
            <a:fld id="{4EE46D15-3898-4B85-9369-B7C77A63AF05}" type="slidenum">
              <a:rPr lang="en-US" smtClean="0"/>
              <a:t>23</a:t>
            </a:fld>
            <a:endParaRPr lang="en-US"/>
          </a:p>
        </p:txBody>
      </p:sp>
      <p:pic>
        <p:nvPicPr>
          <p:cNvPr id="7" name="Content Placeholder 6"/>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48922" y="1600200"/>
            <a:ext cx="8046156" cy="4525963"/>
          </a:xfrm>
        </p:spPr>
      </p:pic>
    </p:spTree>
    <p:extLst>
      <p:ext uri="{BB962C8B-B14F-4D97-AF65-F5344CB8AC3E}">
        <p14:creationId xmlns:p14="http://schemas.microsoft.com/office/powerpoint/2010/main" val="2080445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3533AF-8642-F111-DA58-734D3A9C87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FB447A-DCBD-9218-9B8A-A24ECF3B4E3D}"/>
              </a:ext>
            </a:extLst>
          </p:cNvPr>
          <p:cNvSpPr>
            <a:spLocks noGrp="1"/>
          </p:cNvSpPr>
          <p:nvPr>
            <p:ph type="title"/>
          </p:nvPr>
        </p:nvSpPr>
        <p:spPr/>
        <p:txBody>
          <a:bodyPr>
            <a:normAutofit/>
          </a:bodyPr>
          <a:lstStyle/>
          <a:p>
            <a:r>
              <a:rPr lang="en-US" dirty="0" smtClean="0"/>
              <a:t>Product Detail</a:t>
            </a:r>
            <a:r>
              <a:rPr lang="en-US" dirty="0" smtClean="0"/>
              <a:t> Page</a:t>
            </a:r>
            <a:endParaRPr lang="en-US" dirty="0"/>
          </a:p>
        </p:txBody>
      </p:sp>
      <p:sp>
        <p:nvSpPr>
          <p:cNvPr id="4" name="Footer Placeholder 3">
            <a:extLst>
              <a:ext uri="{FF2B5EF4-FFF2-40B4-BE49-F238E27FC236}">
                <a16:creationId xmlns:a16="http://schemas.microsoft.com/office/drawing/2014/main" id="{9C61D62A-B47F-EFC1-CE57-C76D77D79994}"/>
              </a:ext>
            </a:extLst>
          </p:cNvPr>
          <p:cNvSpPr>
            <a:spLocks noGrp="1"/>
          </p:cNvSpPr>
          <p:nvPr>
            <p:ph type="ftr" sz="quarter" idx="11"/>
          </p:nvPr>
        </p:nvSpPr>
        <p:spPr/>
        <p:txBody>
          <a:bodyPr/>
          <a:lstStyle/>
          <a:p>
            <a:r>
              <a:rPr lang="en-US"/>
              <a:t>Department of Computer Science </a:t>
            </a:r>
            <a:endParaRPr lang="en-US" dirty="0"/>
          </a:p>
        </p:txBody>
      </p:sp>
      <p:sp>
        <p:nvSpPr>
          <p:cNvPr id="5" name="Slide Number Placeholder 4">
            <a:extLst>
              <a:ext uri="{FF2B5EF4-FFF2-40B4-BE49-F238E27FC236}">
                <a16:creationId xmlns:a16="http://schemas.microsoft.com/office/drawing/2014/main" id="{4B265189-6865-742D-BD25-10A9DC527861}"/>
              </a:ext>
            </a:extLst>
          </p:cNvPr>
          <p:cNvSpPr>
            <a:spLocks noGrp="1"/>
          </p:cNvSpPr>
          <p:nvPr>
            <p:ph type="sldNum" sz="quarter" idx="12"/>
          </p:nvPr>
        </p:nvSpPr>
        <p:spPr/>
        <p:txBody>
          <a:bodyPr/>
          <a:lstStyle/>
          <a:p>
            <a:fld id="{4EE46D15-3898-4B85-9369-B7C77A63AF05}" type="slidenum">
              <a:rPr lang="en-US" smtClean="0"/>
              <a:t>24</a:t>
            </a:fld>
            <a:endParaRPr lang="en-US"/>
          </a:p>
        </p:txBody>
      </p:sp>
      <p:pic>
        <p:nvPicPr>
          <p:cNvPr id="8" name="Content Placeholder 7"/>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48922" y="1600200"/>
            <a:ext cx="8046156" cy="4525963"/>
          </a:xfrm>
        </p:spPr>
      </p:pic>
    </p:spTree>
    <p:extLst>
      <p:ext uri="{BB962C8B-B14F-4D97-AF65-F5344CB8AC3E}">
        <p14:creationId xmlns:p14="http://schemas.microsoft.com/office/powerpoint/2010/main" val="250968108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3533AF-8642-F111-DA58-734D3A9C87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FB447A-DCBD-9218-9B8A-A24ECF3B4E3D}"/>
              </a:ext>
            </a:extLst>
          </p:cNvPr>
          <p:cNvSpPr>
            <a:spLocks noGrp="1"/>
          </p:cNvSpPr>
          <p:nvPr>
            <p:ph type="title"/>
          </p:nvPr>
        </p:nvSpPr>
        <p:spPr/>
        <p:txBody>
          <a:bodyPr>
            <a:normAutofit/>
          </a:bodyPr>
          <a:lstStyle/>
          <a:p>
            <a:r>
              <a:rPr lang="en-US" dirty="0" smtClean="0"/>
              <a:t>Cart</a:t>
            </a:r>
            <a:endParaRPr lang="en-US" dirty="0"/>
          </a:p>
        </p:txBody>
      </p:sp>
      <p:sp>
        <p:nvSpPr>
          <p:cNvPr id="4" name="Footer Placeholder 3">
            <a:extLst>
              <a:ext uri="{FF2B5EF4-FFF2-40B4-BE49-F238E27FC236}">
                <a16:creationId xmlns:a16="http://schemas.microsoft.com/office/drawing/2014/main" id="{9C61D62A-B47F-EFC1-CE57-C76D77D79994}"/>
              </a:ext>
            </a:extLst>
          </p:cNvPr>
          <p:cNvSpPr>
            <a:spLocks noGrp="1"/>
          </p:cNvSpPr>
          <p:nvPr>
            <p:ph type="ftr" sz="quarter" idx="11"/>
          </p:nvPr>
        </p:nvSpPr>
        <p:spPr/>
        <p:txBody>
          <a:bodyPr/>
          <a:lstStyle/>
          <a:p>
            <a:r>
              <a:rPr lang="en-US"/>
              <a:t>Department of Computer Science </a:t>
            </a:r>
            <a:endParaRPr lang="en-US" dirty="0"/>
          </a:p>
        </p:txBody>
      </p:sp>
      <p:sp>
        <p:nvSpPr>
          <p:cNvPr id="5" name="Slide Number Placeholder 4">
            <a:extLst>
              <a:ext uri="{FF2B5EF4-FFF2-40B4-BE49-F238E27FC236}">
                <a16:creationId xmlns:a16="http://schemas.microsoft.com/office/drawing/2014/main" id="{4B265189-6865-742D-BD25-10A9DC527861}"/>
              </a:ext>
            </a:extLst>
          </p:cNvPr>
          <p:cNvSpPr>
            <a:spLocks noGrp="1"/>
          </p:cNvSpPr>
          <p:nvPr>
            <p:ph type="sldNum" sz="quarter" idx="12"/>
          </p:nvPr>
        </p:nvSpPr>
        <p:spPr/>
        <p:txBody>
          <a:bodyPr/>
          <a:lstStyle/>
          <a:p>
            <a:fld id="{4EE46D15-3898-4B85-9369-B7C77A63AF05}" type="slidenum">
              <a:rPr lang="en-US" smtClean="0"/>
              <a:t>25</a:t>
            </a:fld>
            <a:endParaRPr lang="en-US"/>
          </a:p>
        </p:txBody>
      </p:sp>
      <p:pic>
        <p:nvPicPr>
          <p:cNvPr id="6" name="Content Placeholder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48922" y="1600200"/>
            <a:ext cx="8046156" cy="4525963"/>
          </a:xfrm>
        </p:spPr>
      </p:pic>
    </p:spTree>
    <p:extLst>
      <p:ext uri="{BB962C8B-B14F-4D97-AF65-F5344CB8AC3E}">
        <p14:creationId xmlns:p14="http://schemas.microsoft.com/office/powerpoint/2010/main" val="38869305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3533AF-8642-F111-DA58-734D3A9C87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FB447A-DCBD-9218-9B8A-A24ECF3B4E3D}"/>
              </a:ext>
            </a:extLst>
          </p:cNvPr>
          <p:cNvSpPr>
            <a:spLocks noGrp="1"/>
          </p:cNvSpPr>
          <p:nvPr>
            <p:ph type="title"/>
          </p:nvPr>
        </p:nvSpPr>
        <p:spPr/>
        <p:txBody>
          <a:bodyPr>
            <a:normAutofit/>
          </a:bodyPr>
          <a:lstStyle/>
          <a:p>
            <a:r>
              <a:rPr lang="en-US" dirty="0" smtClean="0"/>
              <a:t>Cart</a:t>
            </a:r>
            <a:endParaRPr lang="en-US" dirty="0"/>
          </a:p>
        </p:txBody>
      </p:sp>
      <p:sp>
        <p:nvSpPr>
          <p:cNvPr id="4" name="Footer Placeholder 3">
            <a:extLst>
              <a:ext uri="{FF2B5EF4-FFF2-40B4-BE49-F238E27FC236}">
                <a16:creationId xmlns:a16="http://schemas.microsoft.com/office/drawing/2014/main" id="{9C61D62A-B47F-EFC1-CE57-C76D77D79994}"/>
              </a:ext>
            </a:extLst>
          </p:cNvPr>
          <p:cNvSpPr>
            <a:spLocks noGrp="1"/>
          </p:cNvSpPr>
          <p:nvPr>
            <p:ph type="ftr" sz="quarter" idx="11"/>
          </p:nvPr>
        </p:nvSpPr>
        <p:spPr/>
        <p:txBody>
          <a:bodyPr/>
          <a:lstStyle/>
          <a:p>
            <a:r>
              <a:rPr lang="en-US"/>
              <a:t>Department of Computer Science </a:t>
            </a:r>
            <a:endParaRPr lang="en-US" dirty="0"/>
          </a:p>
        </p:txBody>
      </p:sp>
      <p:sp>
        <p:nvSpPr>
          <p:cNvPr id="5" name="Slide Number Placeholder 4">
            <a:extLst>
              <a:ext uri="{FF2B5EF4-FFF2-40B4-BE49-F238E27FC236}">
                <a16:creationId xmlns:a16="http://schemas.microsoft.com/office/drawing/2014/main" id="{4B265189-6865-742D-BD25-10A9DC527861}"/>
              </a:ext>
            </a:extLst>
          </p:cNvPr>
          <p:cNvSpPr>
            <a:spLocks noGrp="1"/>
          </p:cNvSpPr>
          <p:nvPr>
            <p:ph type="sldNum" sz="quarter" idx="12"/>
          </p:nvPr>
        </p:nvSpPr>
        <p:spPr/>
        <p:txBody>
          <a:bodyPr/>
          <a:lstStyle/>
          <a:p>
            <a:fld id="{4EE46D15-3898-4B85-9369-B7C77A63AF05}" type="slidenum">
              <a:rPr lang="en-US" smtClean="0"/>
              <a:t>26</a:t>
            </a:fld>
            <a:endParaRPr lang="en-US"/>
          </a:p>
        </p:txBody>
      </p:sp>
      <p:pic>
        <p:nvPicPr>
          <p:cNvPr id="8" name="Content Placeholder 7"/>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48922" y="1600200"/>
            <a:ext cx="8046156" cy="4525963"/>
          </a:xfrm>
        </p:spPr>
      </p:pic>
    </p:spTree>
    <p:extLst>
      <p:ext uri="{BB962C8B-B14F-4D97-AF65-F5344CB8AC3E}">
        <p14:creationId xmlns:p14="http://schemas.microsoft.com/office/powerpoint/2010/main" val="373376046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3533AF-8642-F111-DA58-734D3A9C87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FB447A-DCBD-9218-9B8A-A24ECF3B4E3D}"/>
              </a:ext>
            </a:extLst>
          </p:cNvPr>
          <p:cNvSpPr>
            <a:spLocks noGrp="1"/>
          </p:cNvSpPr>
          <p:nvPr>
            <p:ph type="title"/>
          </p:nvPr>
        </p:nvSpPr>
        <p:spPr/>
        <p:txBody>
          <a:bodyPr>
            <a:normAutofit/>
          </a:bodyPr>
          <a:lstStyle/>
          <a:p>
            <a:r>
              <a:rPr lang="en-US" dirty="0" err="1" smtClean="0"/>
              <a:t>Wishlist</a:t>
            </a:r>
            <a:endParaRPr lang="en-US" dirty="0"/>
          </a:p>
        </p:txBody>
      </p:sp>
      <p:sp>
        <p:nvSpPr>
          <p:cNvPr id="4" name="Footer Placeholder 3">
            <a:extLst>
              <a:ext uri="{FF2B5EF4-FFF2-40B4-BE49-F238E27FC236}">
                <a16:creationId xmlns:a16="http://schemas.microsoft.com/office/drawing/2014/main" id="{9C61D62A-B47F-EFC1-CE57-C76D77D79994}"/>
              </a:ext>
            </a:extLst>
          </p:cNvPr>
          <p:cNvSpPr>
            <a:spLocks noGrp="1"/>
          </p:cNvSpPr>
          <p:nvPr>
            <p:ph type="ftr" sz="quarter" idx="11"/>
          </p:nvPr>
        </p:nvSpPr>
        <p:spPr/>
        <p:txBody>
          <a:bodyPr/>
          <a:lstStyle/>
          <a:p>
            <a:r>
              <a:rPr lang="en-US"/>
              <a:t>Department of Computer Science </a:t>
            </a:r>
            <a:endParaRPr lang="en-US" dirty="0"/>
          </a:p>
        </p:txBody>
      </p:sp>
      <p:sp>
        <p:nvSpPr>
          <p:cNvPr id="5" name="Slide Number Placeholder 4">
            <a:extLst>
              <a:ext uri="{FF2B5EF4-FFF2-40B4-BE49-F238E27FC236}">
                <a16:creationId xmlns:a16="http://schemas.microsoft.com/office/drawing/2014/main" id="{4B265189-6865-742D-BD25-10A9DC527861}"/>
              </a:ext>
            </a:extLst>
          </p:cNvPr>
          <p:cNvSpPr>
            <a:spLocks noGrp="1"/>
          </p:cNvSpPr>
          <p:nvPr>
            <p:ph type="sldNum" sz="quarter" idx="12"/>
          </p:nvPr>
        </p:nvSpPr>
        <p:spPr/>
        <p:txBody>
          <a:bodyPr/>
          <a:lstStyle/>
          <a:p>
            <a:fld id="{4EE46D15-3898-4B85-9369-B7C77A63AF05}" type="slidenum">
              <a:rPr lang="en-US" smtClean="0"/>
              <a:t>27</a:t>
            </a:fld>
            <a:endParaRPr lang="en-US"/>
          </a:p>
        </p:txBody>
      </p:sp>
      <p:pic>
        <p:nvPicPr>
          <p:cNvPr id="10" name="Content Placeholder 9"/>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48922" y="1600200"/>
            <a:ext cx="8046156" cy="4525963"/>
          </a:xfrm>
        </p:spPr>
      </p:pic>
    </p:spTree>
    <p:extLst>
      <p:ext uri="{BB962C8B-B14F-4D97-AF65-F5344CB8AC3E}">
        <p14:creationId xmlns:p14="http://schemas.microsoft.com/office/powerpoint/2010/main" val="277839337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3533AF-8642-F111-DA58-734D3A9C87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FB447A-DCBD-9218-9B8A-A24ECF3B4E3D}"/>
              </a:ext>
            </a:extLst>
          </p:cNvPr>
          <p:cNvSpPr>
            <a:spLocks noGrp="1"/>
          </p:cNvSpPr>
          <p:nvPr>
            <p:ph type="title"/>
          </p:nvPr>
        </p:nvSpPr>
        <p:spPr/>
        <p:txBody>
          <a:bodyPr>
            <a:normAutofit/>
          </a:bodyPr>
          <a:lstStyle/>
          <a:p>
            <a:r>
              <a:rPr lang="en-US" dirty="0" smtClean="0"/>
              <a:t>Product Detail</a:t>
            </a:r>
            <a:r>
              <a:rPr lang="en-US" dirty="0" smtClean="0"/>
              <a:t> Page</a:t>
            </a:r>
            <a:endParaRPr lang="en-US" dirty="0"/>
          </a:p>
        </p:txBody>
      </p:sp>
      <p:sp>
        <p:nvSpPr>
          <p:cNvPr id="4" name="Footer Placeholder 3">
            <a:extLst>
              <a:ext uri="{FF2B5EF4-FFF2-40B4-BE49-F238E27FC236}">
                <a16:creationId xmlns:a16="http://schemas.microsoft.com/office/drawing/2014/main" id="{9C61D62A-B47F-EFC1-CE57-C76D77D79994}"/>
              </a:ext>
            </a:extLst>
          </p:cNvPr>
          <p:cNvSpPr>
            <a:spLocks noGrp="1"/>
          </p:cNvSpPr>
          <p:nvPr>
            <p:ph type="ftr" sz="quarter" idx="11"/>
          </p:nvPr>
        </p:nvSpPr>
        <p:spPr/>
        <p:txBody>
          <a:bodyPr/>
          <a:lstStyle/>
          <a:p>
            <a:r>
              <a:rPr lang="en-US"/>
              <a:t>Department of Computer Science </a:t>
            </a:r>
            <a:endParaRPr lang="en-US" dirty="0"/>
          </a:p>
        </p:txBody>
      </p:sp>
      <p:sp>
        <p:nvSpPr>
          <p:cNvPr id="5" name="Slide Number Placeholder 4">
            <a:extLst>
              <a:ext uri="{FF2B5EF4-FFF2-40B4-BE49-F238E27FC236}">
                <a16:creationId xmlns:a16="http://schemas.microsoft.com/office/drawing/2014/main" id="{4B265189-6865-742D-BD25-10A9DC527861}"/>
              </a:ext>
            </a:extLst>
          </p:cNvPr>
          <p:cNvSpPr>
            <a:spLocks noGrp="1"/>
          </p:cNvSpPr>
          <p:nvPr>
            <p:ph type="sldNum" sz="quarter" idx="12"/>
          </p:nvPr>
        </p:nvSpPr>
        <p:spPr/>
        <p:txBody>
          <a:bodyPr/>
          <a:lstStyle/>
          <a:p>
            <a:fld id="{4EE46D15-3898-4B85-9369-B7C77A63AF05}" type="slidenum">
              <a:rPr lang="en-US" smtClean="0"/>
              <a:t>28</a:t>
            </a:fld>
            <a:endParaRPr lang="en-US"/>
          </a:p>
        </p:txBody>
      </p:sp>
      <p:pic>
        <p:nvPicPr>
          <p:cNvPr id="8" name="Content Placeholder 7"/>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48922" y="1600200"/>
            <a:ext cx="8046156" cy="4525963"/>
          </a:xfrm>
        </p:spPr>
      </p:pic>
    </p:spTree>
    <p:extLst>
      <p:ext uri="{BB962C8B-B14F-4D97-AF65-F5344CB8AC3E}">
        <p14:creationId xmlns:p14="http://schemas.microsoft.com/office/powerpoint/2010/main" val="272098547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3533AF-8642-F111-DA58-734D3A9C87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FB447A-DCBD-9218-9B8A-A24ECF3B4E3D}"/>
              </a:ext>
            </a:extLst>
          </p:cNvPr>
          <p:cNvSpPr>
            <a:spLocks noGrp="1"/>
          </p:cNvSpPr>
          <p:nvPr>
            <p:ph type="title"/>
          </p:nvPr>
        </p:nvSpPr>
        <p:spPr/>
        <p:txBody>
          <a:bodyPr>
            <a:normAutofit/>
          </a:bodyPr>
          <a:lstStyle/>
          <a:p>
            <a:r>
              <a:rPr lang="en-US" dirty="0" smtClean="0"/>
              <a:t>Check out </a:t>
            </a:r>
            <a:r>
              <a:rPr lang="en-US" dirty="0" smtClean="0"/>
              <a:t>Page</a:t>
            </a:r>
            <a:endParaRPr lang="en-US" dirty="0"/>
          </a:p>
        </p:txBody>
      </p:sp>
      <p:sp>
        <p:nvSpPr>
          <p:cNvPr id="4" name="Footer Placeholder 3">
            <a:extLst>
              <a:ext uri="{FF2B5EF4-FFF2-40B4-BE49-F238E27FC236}">
                <a16:creationId xmlns:a16="http://schemas.microsoft.com/office/drawing/2014/main" id="{9C61D62A-B47F-EFC1-CE57-C76D77D79994}"/>
              </a:ext>
            </a:extLst>
          </p:cNvPr>
          <p:cNvSpPr>
            <a:spLocks noGrp="1"/>
          </p:cNvSpPr>
          <p:nvPr>
            <p:ph type="ftr" sz="quarter" idx="11"/>
          </p:nvPr>
        </p:nvSpPr>
        <p:spPr/>
        <p:txBody>
          <a:bodyPr/>
          <a:lstStyle/>
          <a:p>
            <a:r>
              <a:rPr lang="en-US"/>
              <a:t>Department of Computer Science </a:t>
            </a:r>
            <a:endParaRPr lang="en-US" dirty="0"/>
          </a:p>
        </p:txBody>
      </p:sp>
      <p:sp>
        <p:nvSpPr>
          <p:cNvPr id="5" name="Slide Number Placeholder 4">
            <a:extLst>
              <a:ext uri="{FF2B5EF4-FFF2-40B4-BE49-F238E27FC236}">
                <a16:creationId xmlns:a16="http://schemas.microsoft.com/office/drawing/2014/main" id="{4B265189-6865-742D-BD25-10A9DC527861}"/>
              </a:ext>
            </a:extLst>
          </p:cNvPr>
          <p:cNvSpPr>
            <a:spLocks noGrp="1"/>
          </p:cNvSpPr>
          <p:nvPr>
            <p:ph type="sldNum" sz="quarter" idx="12"/>
          </p:nvPr>
        </p:nvSpPr>
        <p:spPr/>
        <p:txBody>
          <a:bodyPr/>
          <a:lstStyle/>
          <a:p>
            <a:fld id="{4EE46D15-3898-4B85-9369-B7C77A63AF05}" type="slidenum">
              <a:rPr lang="en-US" smtClean="0"/>
              <a:t>29</a:t>
            </a:fld>
            <a:endParaRPr lang="en-US"/>
          </a:p>
        </p:txBody>
      </p:sp>
      <p:pic>
        <p:nvPicPr>
          <p:cNvPr id="6" name="Content Placeholder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48922" y="1600200"/>
            <a:ext cx="8046156" cy="4525963"/>
          </a:xfrm>
        </p:spPr>
      </p:pic>
    </p:spTree>
    <p:extLst>
      <p:ext uri="{BB962C8B-B14F-4D97-AF65-F5344CB8AC3E}">
        <p14:creationId xmlns:p14="http://schemas.microsoft.com/office/powerpoint/2010/main" val="99703801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3533AF-8642-F111-DA58-734D3A9C87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FB447A-DCBD-9218-9B8A-A24ECF3B4E3D}"/>
              </a:ext>
            </a:extLst>
          </p:cNvPr>
          <p:cNvSpPr>
            <a:spLocks noGrp="1"/>
          </p:cNvSpPr>
          <p:nvPr>
            <p:ph type="title"/>
          </p:nvPr>
        </p:nvSpPr>
        <p:spPr/>
        <p:txBody>
          <a:bodyPr>
            <a:normAutofit/>
          </a:bodyPr>
          <a:lstStyle/>
          <a:p>
            <a:r>
              <a:rPr lang="en-US" dirty="0" smtClean="0"/>
              <a:t>Order History </a:t>
            </a:r>
            <a:r>
              <a:rPr lang="en-US" dirty="0" smtClean="0"/>
              <a:t>Page</a:t>
            </a:r>
            <a:endParaRPr lang="en-US" dirty="0"/>
          </a:p>
        </p:txBody>
      </p:sp>
      <p:sp>
        <p:nvSpPr>
          <p:cNvPr id="4" name="Footer Placeholder 3">
            <a:extLst>
              <a:ext uri="{FF2B5EF4-FFF2-40B4-BE49-F238E27FC236}">
                <a16:creationId xmlns:a16="http://schemas.microsoft.com/office/drawing/2014/main" id="{9C61D62A-B47F-EFC1-CE57-C76D77D79994}"/>
              </a:ext>
            </a:extLst>
          </p:cNvPr>
          <p:cNvSpPr>
            <a:spLocks noGrp="1"/>
          </p:cNvSpPr>
          <p:nvPr>
            <p:ph type="ftr" sz="quarter" idx="11"/>
          </p:nvPr>
        </p:nvSpPr>
        <p:spPr/>
        <p:txBody>
          <a:bodyPr/>
          <a:lstStyle/>
          <a:p>
            <a:r>
              <a:rPr lang="en-US"/>
              <a:t>Department of Computer Science </a:t>
            </a:r>
            <a:endParaRPr lang="en-US" dirty="0"/>
          </a:p>
        </p:txBody>
      </p:sp>
      <p:sp>
        <p:nvSpPr>
          <p:cNvPr id="5" name="Slide Number Placeholder 4">
            <a:extLst>
              <a:ext uri="{FF2B5EF4-FFF2-40B4-BE49-F238E27FC236}">
                <a16:creationId xmlns:a16="http://schemas.microsoft.com/office/drawing/2014/main" id="{4B265189-6865-742D-BD25-10A9DC527861}"/>
              </a:ext>
            </a:extLst>
          </p:cNvPr>
          <p:cNvSpPr>
            <a:spLocks noGrp="1"/>
          </p:cNvSpPr>
          <p:nvPr>
            <p:ph type="sldNum" sz="quarter" idx="12"/>
          </p:nvPr>
        </p:nvSpPr>
        <p:spPr/>
        <p:txBody>
          <a:bodyPr/>
          <a:lstStyle/>
          <a:p>
            <a:fld id="{4EE46D15-3898-4B85-9369-B7C77A63AF05}" type="slidenum">
              <a:rPr lang="en-US" smtClean="0"/>
              <a:t>30</a:t>
            </a:fld>
            <a:endParaRPr lang="en-US"/>
          </a:p>
        </p:txBody>
      </p:sp>
      <p:pic>
        <p:nvPicPr>
          <p:cNvPr id="8" name="Content Placeholder 7"/>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48922" y="1600200"/>
            <a:ext cx="8046156" cy="4525963"/>
          </a:xfrm>
        </p:spPr>
      </p:pic>
    </p:spTree>
    <p:extLst>
      <p:ext uri="{BB962C8B-B14F-4D97-AF65-F5344CB8AC3E}">
        <p14:creationId xmlns:p14="http://schemas.microsoft.com/office/powerpoint/2010/main" val="350063304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50F989-3154-5E0F-90AC-1B347654F8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DE750C-27CD-1E77-3AF3-6092A1C3E87E}"/>
              </a:ext>
            </a:extLst>
          </p:cNvPr>
          <p:cNvSpPr>
            <a:spLocks noGrp="1"/>
          </p:cNvSpPr>
          <p:nvPr>
            <p:ph type="title"/>
          </p:nvPr>
        </p:nvSpPr>
        <p:spPr/>
        <p:txBody>
          <a:bodyPr>
            <a:normAutofit/>
          </a:bodyPr>
          <a:lstStyle/>
          <a:p>
            <a:r>
              <a:rPr lang="en-US" dirty="0"/>
              <a:t>System Testing 	</a:t>
            </a:r>
          </a:p>
        </p:txBody>
      </p:sp>
      <p:sp>
        <p:nvSpPr>
          <p:cNvPr id="3" name="Content Placeholder 2">
            <a:extLst>
              <a:ext uri="{FF2B5EF4-FFF2-40B4-BE49-F238E27FC236}">
                <a16:creationId xmlns:a16="http://schemas.microsoft.com/office/drawing/2014/main" id="{A58FF278-0ED1-4FC5-85F8-B9D91995DB77}"/>
              </a:ext>
            </a:extLst>
          </p:cNvPr>
          <p:cNvSpPr>
            <a:spLocks noGrp="1"/>
          </p:cNvSpPr>
          <p:nvPr>
            <p:ph idx="1"/>
          </p:nvPr>
        </p:nvSpPr>
        <p:spPr>
          <a:xfrm>
            <a:off x="457200" y="1295399"/>
            <a:ext cx="8229600" cy="5197475"/>
          </a:xfrm>
        </p:spPr>
        <p:txBody>
          <a:bodyPr>
            <a:normAutofit/>
          </a:bodyPr>
          <a:lstStyle/>
          <a:p>
            <a:pPr rtl="0">
              <a:spcBef>
                <a:spcPts val="1200"/>
              </a:spcBef>
              <a:spcAft>
                <a:spcPts val="1200"/>
              </a:spcAft>
            </a:pPr>
            <a:r>
              <a:rPr lang="en-US" sz="2000" b="0" i="0" u="none" strike="noStrike" dirty="0">
                <a:solidFill>
                  <a:srgbClr val="000000"/>
                </a:solidFill>
                <a:effectLst/>
                <a:latin typeface="Times New Roman" panose="02020603050405020304" pitchFamily="18" charset="0"/>
                <a:cs typeface="Times New Roman" panose="02020603050405020304" pitchFamily="18" charset="0"/>
              </a:rPr>
              <a:t>System testing ensures that all components of the </a:t>
            </a:r>
            <a:r>
              <a:rPr lang="en-US" sz="2000" b="1" i="0" u="none" strike="noStrike" dirty="0">
                <a:solidFill>
                  <a:srgbClr val="000000"/>
                </a:solidFill>
                <a:effectLst/>
                <a:latin typeface="Times New Roman" panose="02020603050405020304" pitchFamily="18" charset="0"/>
                <a:cs typeface="Times New Roman" panose="02020603050405020304" pitchFamily="18" charset="0"/>
              </a:rPr>
              <a:t>Shop Zone</a:t>
            </a:r>
            <a:r>
              <a:rPr lang="en-US" sz="2000" b="0" i="0" u="none" strike="noStrike" dirty="0">
                <a:solidFill>
                  <a:srgbClr val="000000"/>
                </a:solidFill>
                <a:effectLst/>
                <a:latin typeface="Times New Roman" panose="02020603050405020304" pitchFamily="18" charset="0"/>
                <a:cs typeface="Times New Roman" panose="02020603050405020304" pitchFamily="18" charset="0"/>
              </a:rPr>
              <a:t> platform work together as expected. Different testing schemes were applied to validate the functionality, performance, and security of the system.</a:t>
            </a:r>
          </a:p>
          <a:p>
            <a:pPr marL="0" indent="0" rtl="0">
              <a:spcBef>
                <a:spcPts val="1200"/>
              </a:spcBef>
              <a:spcAft>
                <a:spcPts val="1200"/>
              </a:spcAft>
              <a:buNone/>
            </a:pPr>
            <a:endParaRPr lang="en-US" sz="2000" b="0" dirty="0">
              <a:effectLst/>
              <a:latin typeface="Times New Roman" panose="02020603050405020304" pitchFamily="18" charset="0"/>
              <a:cs typeface="Times New Roman" panose="02020603050405020304" pitchFamily="18" charset="0"/>
            </a:endParaRPr>
          </a:p>
          <a:p>
            <a:pPr rtl="0">
              <a:spcBef>
                <a:spcPts val="1200"/>
              </a:spcBef>
              <a:spcAft>
                <a:spcPts val="200"/>
              </a:spcAft>
            </a:pPr>
            <a:r>
              <a:rPr lang="en-US" sz="2200" i="0" u="none" strike="noStrike" dirty="0">
                <a:solidFill>
                  <a:srgbClr val="000000"/>
                </a:solidFill>
                <a:effectLst/>
                <a:latin typeface="Times New Roman" panose="02020603050405020304" pitchFamily="18" charset="0"/>
              </a:rPr>
              <a:t> </a:t>
            </a:r>
            <a:r>
              <a:rPr lang="en-US" sz="2200" b="1" i="0" u="sng" dirty="0">
                <a:solidFill>
                  <a:srgbClr val="000000"/>
                </a:solidFill>
                <a:effectLst/>
                <a:latin typeface="Times New Roman" panose="02020603050405020304" pitchFamily="18" charset="0"/>
              </a:rPr>
              <a:t>Testing Types</a:t>
            </a:r>
          </a:p>
          <a:p>
            <a:pPr marL="0" indent="0" rtl="0">
              <a:spcBef>
                <a:spcPts val="1200"/>
              </a:spcBef>
              <a:spcAft>
                <a:spcPts val="200"/>
              </a:spcAft>
              <a:buNone/>
            </a:pPr>
            <a:endParaRPr lang="en-US" sz="2200" b="1" dirty="0">
              <a:effectLst/>
            </a:endParaRPr>
          </a:p>
          <a:p>
            <a:pPr rtl="0" fontAlgn="base">
              <a:spcBef>
                <a:spcPts val="1200"/>
              </a:spcBef>
              <a:buFont typeface="+mj-lt"/>
              <a:buAutoNum type="arabicPeriod"/>
            </a:pPr>
            <a:r>
              <a:rPr lang="en-US" sz="2200" i="0" u="none" strike="noStrike" dirty="0">
                <a:solidFill>
                  <a:srgbClr val="000000"/>
                </a:solidFill>
                <a:effectLst/>
                <a:latin typeface="Times New Roman" panose="02020603050405020304" pitchFamily="18" charset="0"/>
              </a:rPr>
              <a:t>Functional Testing</a:t>
            </a:r>
          </a:p>
          <a:p>
            <a:pPr rtl="0" fontAlgn="base">
              <a:spcBef>
                <a:spcPts val="1200"/>
              </a:spcBef>
              <a:buFont typeface="+mj-lt"/>
              <a:buAutoNum type="arabicPeriod"/>
            </a:pPr>
            <a:r>
              <a:rPr lang="en-US" sz="2200" i="0" u="none" strike="noStrike" dirty="0">
                <a:solidFill>
                  <a:srgbClr val="000000"/>
                </a:solidFill>
                <a:effectLst/>
                <a:latin typeface="Times New Roman" panose="02020603050405020304" pitchFamily="18" charset="0"/>
              </a:rPr>
              <a:t>Security Testing</a:t>
            </a:r>
          </a:p>
          <a:p>
            <a:pPr rtl="0" fontAlgn="base">
              <a:buFont typeface="+mj-lt"/>
              <a:buAutoNum type="arabicPeriod"/>
            </a:pPr>
            <a:r>
              <a:rPr lang="en-US" sz="2200" i="0" u="none" strike="noStrike" dirty="0">
                <a:solidFill>
                  <a:srgbClr val="000000"/>
                </a:solidFill>
                <a:effectLst/>
                <a:latin typeface="Times New Roman" panose="02020603050405020304" pitchFamily="18" charset="0"/>
              </a:rPr>
              <a:t>Usability Testing</a:t>
            </a:r>
          </a:p>
          <a:p>
            <a:pPr rtl="0" fontAlgn="base">
              <a:buFont typeface="+mj-lt"/>
              <a:buAutoNum type="arabicPeriod"/>
            </a:pPr>
            <a:r>
              <a:rPr lang="en-US" sz="2200" i="0" u="none" strike="noStrike" dirty="0">
                <a:solidFill>
                  <a:srgbClr val="000000"/>
                </a:solidFill>
                <a:effectLst/>
                <a:latin typeface="Times New Roman" panose="02020603050405020304" pitchFamily="18" charset="0"/>
              </a:rPr>
              <a:t>Performance Testing</a:t>
            </a:r>
          </a:p>
          <a:p>
            <a:endParaRPr lang="en-US" dirty="0"/>
          </a:p>
        </p:txBody>
      </p:sp>
      <p:sp>
        <p:nvSpPr>
          <p:cNvPr id="4" name="Footer Placeholder 3">
            <a:extLst>
              <a:ext uri="{FF2B5EF4-FFF2-40B4-BE49-F238E27FC236}">
                <a16:creationId xmlns:a16="http://schemas.microsoft.com/office/drawing/2014/main" id="{8AF5A03B-AAB5-632F-DDC1-B12DDF2DE394}"/>
              </a:ext>
            </a:extLst>
          </p:cNvPr>
          <p:cNvSpPr>
            <a:spLocks noGrp="1"/>
          </p:cNvSpPr>
          <p:nvPr>
            <p:ph type="ftr" sz="quarter" idx="11"/>
          </p:nvPr>
        </p:nvSpPr>
        <p:spPr>
          <a:xfrm>
            <a:off x="2590801" y="6492875"/>
            <a:ext cx="4038600" cy="365125"/>
          </a:xfrm>
        </p:spPr>
        <p:txBody>
          <a:bodyPr/>
          <a:lstStyle/>
          <a:p>
            <a:r>
              <a:rPr lang="en-US" dirty="0"/>
              <a:t>Department of Computer Science </a:t>
            </a:r>
          </a:p>
        </p:txBody>
      </p:sp>
      <p:sp>
        <p:nvSpPr>
          <p:cNvPr id="5" name="Slide Number Placeholder 4">
            <a:extLst>
              <a:ext uri="{FF2B5EF4-FFF2-40B4-BE49-F238E27FC236}">
                <a16:creationId xmlns:a16="http://schemas.microsoft.com/office/drawing/2014/main" id="{9B08E0B1-BB4E-65B3-0A55-D4D200C093C9}"/>
              </a:ext>
            </a:extLst>
          </p:cNvPr>
          <p:cNvSpPr>
            <a:spLocks noGrp="1"/>
          </p:cNvSpPr>
          <p:nvPr>
            <p:ph type="sldNum" sz="quarter" idx="12"/>
          </p:nvPr>
        </p:nvSpPr>
        <p:spPr/>
        <p:txBody>
          <a:bodyPr/>
          <a:lstStyle/>
          <a:p>
            <a:fld id="{4EE46D15-3898-4B85-9369-B7C77A63AF05}" type="slidenum">
              <a:rPr lang="en-US" smtClean="0"/>
              <a:t>31</a:t>
            </a:fld>
            <a:endParaRPr lang="en-US"/>
          </a:p>
        </p:txBody>
      </p:sp>
    </p:spTree>
    <p:extLst>
      <p:ext uri="{BB962C8B-B14F-4D97-AF65-F5344CB8AC3E}">
        <p14:creationId xmlns:p14="http://schemas.microsoft.com/office/powerpoint/2010/main" val="239143539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46BAD9-2378-6634-74C1-3A74BEEEDD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5F9A49-63A4-BB15-2C9D-B60BCA19BC50}"/>
              </a:ext>
            </a:extLst>
          </p:cNvPr>
          <p:cNvSpPr>
            <a:spLocks noGrp="1"/>
          </p:cNvSpPr>
          <p:nvPr>
            <p:ph type="title"/>
          </p:nvPr>
        </p:nvSpPr>
        <p:spPr/>
        <p:txBody>
          <a:bodyPr/>
          <a:lstStyle/>
          <a:p>
            <a:r>
              <a:rPr lang="en-US" dirty="0"/>
              <a:t>System Testing 	</a:t>
            </a:r>
          </a:p>
        </p:txBody>
      </p:sp>
      <p:pic>
        <p:nvPicPr>
          <p:cNvPr id="7" name="Content Placeholder 6">
            <a:extLst>
              <a:ext uri="{FF2B5EF4-FFF2-40B4-BE49-F238E27FC236}">
                <a16:creationId xmlns:a16="http://schemas.microsoft.com/office/drawing/2014/main" id="{EDE2E5A8-7A6C-24F1-4E94-989123E9791F}"/>
              </a:ext>
            </a:extLst>
          </p:cNvPr>
          <p:cNvPicPr>
            <a:picLocks noGrp="1" noChangeAspect="1"/>
          </p:cNvPicPr>
          <p:nvPr>
            <p:ph idx="1"/>
          </p:nvPr>
        </p:nvPicPr>
        <p:blipFill>
          <a:blip r:embed="rId2"/>
          <a:stretch>
            <a:fillRect/>
          </a:stretch>
        </p:blipFill>
        <p:spPr>
          <a:xfrm>
            <a:off x="513783" y="1657836"/>
            <a:ext cx="8116433" cy="4410691"/>
          </a:xfrm>
        </p:spPr>
      </p:pic>
      <p:sp>
        <p:nvSpPr>
          <p:cNvPr id="4" name="Footer Placeholder 3">
            <a:extLst>
              <a:ext uri="{FF2B5EF4-FFF2-40B4-BE49-F238E27FC236}">
                <a16:creationId xmlns:a16="http://schemas.microsoft.com/office/drawing/2014/main" id="{0C48DEEF-BFFA-2F58-BBE0-1B5393A87D90}"/>
              </a:ext>
            </a:extLst>
          </p:cNvPr>
          <p:cNvSpPr>
            <a:spLocks noGrp="1"/>
          </p:cNvSpPr>
          <p:nvPr>
            <p:ph type="ftr" sz="quarter" idx="11"/>
          </p:nvPr>
        </p:nvSpPr>
        <p:spPr/>
        <p:txBody>
          <a:bodyPr/>
          <a:lstStyle/>
          <a:p>
            <a:r>
              <a:rPr lang="en-US"/>
              <a:t>Department of Computer Science </a:t>
            </a:r>
            <a:endParaRPr lang="en-US" dirty="0"/>
          </a:p>
        </p:txBody>
      </p:sp>
      <p:sp>
        <p:nvSpPr>
          <p:cNvPr id="5" name="Slide Number Placeholder 4">
            <a:extLst>
              <a:ext uri="{FF2B5EF4-FFF2-40B4-BE49-F238E27FC236}">
                <a16:creationId xmlns:a16="http://schemas.microsoft.com/office/drawing/2014/main" id="{609E12E4-1A4F-76B1-6774-D0521FA6C387}"/>
              </a:ext>
            </a:extLst>
          </p:cNvPr>
          <p:cNvSpPr>
            <a:spLocks noGrp="1"/>
          </p:cNvSpPr>
          <p:nvPr>
            <p:ph type="sldNum" sz="quarter" idx="12"/>
          </p:nvPr>
        </p:nvSpPr>
        <p:spPr/>
        <p:txBody>
          <a:bodyPr/>
          <a:lstStyle/>
          <a:p>
            <a:fld id="{4EE46D15-3898-4B85-9369-B7C77A63AF05}" type="slidenum">
              <a:rPr lang="en-US" smtClean="0"/>
              <a:t>32</a:t>
            </a:fld>
            <a:endParaRPr lang="en-US"/>
          </a:p>
        </p:txBody>
      </p:sp>
    </p:spTree>
    <p:extLst>
      <p:ext uri="{BB962C8B-B14F-4D97-AF65-F5344CB8AC3E}">
        <p14:creationId xmlns:p14="http://schemas.microsoft.com/office/powerpoint/2010/main" val="16269567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D99ACE-6ACA-1756-FDFC-1B1059CD9F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FA3A9B-5A26-1D71-F26B-AC70EA571A3C}"/>
              </a:ext>
            </a:extLst>
          </p:cNvPr>
          <p:cNvSpPr>
            <a:spLocks noGrp="1"/>
          </p:cNvSpPr>
          <p:nvPr>
            <p:ph type="title"/>
          </p:nvPr>
        </p:nvSpPr>
        <p:spPr/>
        <p:txBody>
          <a:bodyPr/>
          <a:lstStyle/>
          <a:p>
            <a:r>
              <a:rPr lang="en-US" dirty="0"/>
              <a:t>System Testing</a:t>
            </a:r>
          </a:p>
        </p:txBody>
      </p:sp>
      <p:sp>
        <p:nvSpPr>
          <p:cNvPr id="3" name="Content Placeholder 2">
            <a:extLst>
              <a:ext uri="{FF2B5EF4-FFF2-40B4-BE49-F238E27FC236}">
                <a16:creationId xmlns:a16="http://schemas.microsoft.com/office/drawing/2014/main" id="{73F474B5-3A81-B3BC-E55F-EDF6CDE6F196}"/>
              </a:ext>
            </a:extLst>
          </p:cNvPr>
          <p:cNvSpPr>
            <a:spLocks noGrp="1"/>
          </p:cNvSpPr>
          <p:nvPr>
            <p:ph idx="1"/>
          </p:nvPr>
        </p:nvSpPr>
        <p:spPr/>
        <p:txBody>
          <a:bodyPr>
            <a:normAutofit/>
          </a:bodyPr>
          <a:lstStyle/>
          <a:p>
            <a:pPr rtl="0">
              <a:spcBef>
                <a:spcPts val="1200"/>
              </a:spcBef>
              <a:spcAft>
                <a:spcPts val="200"/>
              </a:spcAft>
            </a:pPr>
            <a:r>
              <a:rPr lang="en-US" sz="3200" b="1" i="0" u="none" strike="noStrike" dirty="0">
                <a:solidFill>
                  <a:srgbClr val="000000"/>
                </a:solidFill>
                <a:effectLst/>
                <a:latin typeface="Times New Roman" panose="02020603050405020304" pitchFamily="18" charset="0"/>
              </a:rPr>
              <a:t> </a:t>
            </a:r>
            <a:r>
              <a:rPr lang="en-US" sz="2400" b="1" i="0" u="sng" dirty="0">
                <a:solidFill>
                  <a:srgbClr val="000000"/>
                </a:solidFill>
                <a:effectLst/>
                <a:latin typeface="Times New Roman" panose="02020603050405020304" pitchFamily="18" charset="0"/>
              </a:rPr>
              <a:t>Summary of Results</a:t>
            </a:r>
            <a:endParaRPr lang="en-US" sz="2400" b="1" dirty="0">
              <a:effectLst/>
            </a:endParaRPr>
          </a:p>
          <a:p>
            <a:pPr rtl="0" fontAlgn="base">
              <a:spcBef>
                <a:spcPts val="1200"/>
              </a:spcBef>
              <a:buFont typeface="Arial" panose="020B0604020202020204" pitchFamily="34" charset="0"/>
              <a:buChar char="•"/>
            </a:pPr>
            <a:r>
              <a:rPr lang="en-US" sz="2000" i="0" u="none" strike="noStrike" dirty="0">
                <a:solidFill>
                  <a:srgbClr val="000000"/>
                </a:solidFill>
                <a:effectLst/>
                <a:latin typeface="Times New Roman" panose="02020603050405020304" pitchFamily="18" charset="0"/>
              </a:rPr>
              <a:t>All core functionalities of </a:t>
            </a:r>
            <a:r>
              <a:rPr lang="en-US" sz="2000" u="none" strike="noStrike" dirty="0">
                <a:solidFill>
                  <a:srgbClr val="000000"/>
                </a:solidFill>
                <a:effectLst/>
                <a:latin typeface="Times New Roman" panose="02020603050405020304" pitchFamily="18" charset="0"/>
              </a:rPr>
              <a:t>Shop Zone</a:t>
            </a:r>
            <a:r>
              <a:rPr lang="en-US" sz="2000" i="0" u="none" strike="noStrike" dirty="0">
                <a:solidFill>
                  <a:srgbClr val="000000"/>
                </a:solidFill>
                <a:effectLst/>
                <a:latin typeface="Times New Roman" panose="02020603050405020304" pitchFamily="18" charset="0"/>
              </a:rPr>
              <a:t> were successfully tested, and no critical issues were identified.</a:t>
            </a:r>
          </a:p>
          <a:p>
            <a:pPr rtl="0" fontAlgn="base">
              <a:buFont typeface="Arial" panose="020B0604020202020204" pitchFamily="34" charset="0"/>
              <a:buChar char="•"/>
            </a:pPr>
            <a:r>
              <a:rPr lang="en-US" sz="2000" i="0" u="none" strike="noStrike" dirty="0">
                <a:solidFill>
                  <a:srgbClr val="000000"/>
                </a:solidFill>
                <a:effectLst/>
                <a:latin typeface="Times New Roman" panose="02020603050405020304" pitchFamily="18" charset="0"/>
              </a:rPr>
              <a:t>The system meets the requirements for functionality, usability, and security.</a:t>
            </a:r>
          </a:p>
          <a:p>
            <a:pPr rtl="0" fontAlgn="base">
              <a:spcAft>
                <a:spcPts val="1200"/>
              </a:spcAft>
              <a:buFont typeface="Arial" panose="020B0604020202020204" pitchFamily="34" charset="0"/>
              <a:buChar char="•"/>
            </a:pPr>
            <a:r>
              <a:rPr lang="en-US" sz="2000" i="0" u="none" strike="noStrike" dirty="0">
                <a:solidFill>
                  <a:srgbClr val="000000"/>
                </a:solidFill>
                <a:effectLst/>
                <a:latin typeface="Times New Roman" panose="02020603050405020304" pitchFamily="18" charset="0"/>
              </a:rPr>
              <a:t>Minor improvements were suggested to enhance performance and user experience.</a:t>
            </a:r>
          </a:p>
          <a:p>
            <a:pPr rtl="0">
              <a:spcBef>
                <a:spcPts val="1200"/>
              </a:spcBef>
              <a:spcAft>
                <a:spcPts val="1200"/>
              </a:spcAft>
            </a:pPr>
            <a:r>
              <a:rPr lang="en-US" sz="2000" i="0" u="none" strike="noStrike" dirty="0">
                <a:solidFill>
                  <a:srgbClr val="000000"/>
                </a:solidFill>
                <a:effectLst/>
                <a:latin typeface="Times New Roman" panose="02020603050405020304" pitchFamily="18" charset="0"/>
              </a:rPr>
              <a:t>This testing ensures that Shop Zone is reliable and ready for deployment.</a:t>
            </a:r>
            <a:r>
              <a:rPr lang="en-US" sz="2000" dirty="0"/>
              <a:t/>
            </a:r>
            <a:br>
              <a:rPr lang="en-US" sz="2000" dirty="0"/>
            </a:br>
            <a:endParaRPr lang="en-IN" sz="2000" dirty="0"/>
          </a:p>
          <a:p>
            <a:pPr marL="0" indent="0">
              <a:buNone/>
            </a:pPr>
            <a:endParaRPr lang="en-US" dirty="0"/>
          </a:p>
        </p:txBody>
      </p:sp>
      <p:sp>
        <p:nvSpPr>
          <p:cNvPr id="4" name="Footer Placeholder 3">
            <a:extLst>
              <a:ext uri="{FF2B5EF4-FFF2-40B4-BE49-F238E27FC236}">
                <a16:creationId xmlns:a16="http://schemas.microsoft.com/office/drawing/2014/main" id="{84B9D30B-07F3-037F-C4BD-8B5CE3D1233C}"/>
              </a:ext>
            </a:extLst>
          </p:cNvPr>
          <p:cNvSpPr>
            <a:spLocks noGrp="1"/>
          </p:cNvSpPr>
          <p:nvPr>
            <p:ph type="ftr" sz="quarter" idx="11"/>
          </p:nvPr>
        </p:nvSpPr>
        <p:spPr/>
        <p:txBody>
          <a:bodyPr/>
          <a:lstStyle/>
          <a:p>
            <a:r>
              <a:rPr lang="en-US"/>
              <a:t>Department of Computer Science </a:t>
            </a:r>
            <a:endParaRPr lang="en-US" dirty="0"/>
          </a:p>
        </p:txBody>
      </p:sp>
      <p:sp>
        <p:nvSpPr>
          <p:cNvPr id="5" name="Slide Number Placeholder 4">
            <a:extLst>
              <a:ext uri="{FF2B5EF4-FFF2-40B4-BE49-F238E27FC236}">
                <a16:creationId xmlns:a16="http://schemas.microsoft.com/office/drawing/2014/main" id="{88BA2DA6-C318-A37C-3316-8AF26FC609CB}"/>
              </a:ext>
            </a:extLst>
          </p:cNvPr>
          <p:cNvSpPr>
            <a:spLocks noGrp="1"/>
          </p:cNvSpPr>
          <p:nvPr>
            <p:ph type="sldNum" sz="quarter" idx="12"/>
          </p:nvPr>
        </p:nvSpPr>
        <p:spPr/>
        <p:txBody>
          <a:bodyPr/>
          <a:lstStyle/>
          <a:p>
            <a:fld id="{4EE46D15-3898-4B85-9369-B7C77A63AF05}" type="slidenum">
              <a:rPr lang="en-US" smtClean="0"/>
              <a:t>33</a:t>
            </a:fld>
            <a:endParaRPr lang="en-US"/>
          </a:p>
        </p:txBody>
      </p:sp>
    </p:spTree>
    <p:extLst>
      <p:ext uri="{BB962C8B-B14F-4D97-AF65-F5344CB8AC3E}">
        <p14:creationId xmlns:p14="http://schemas.microsoft.com/office/powerpoint/2010/main" val="66472326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1EBE6F-573F-5FEF-DA20-69BA8AE904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8201A4-430D-91CA-8DF8-2327DDDBBB3D}"/>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B8D8D152-1863-A623-EDA5-37D7680C7C6E}"/>
              </a:ext>
            </a:extLst>
          </p:cNvPr>
          <p:cNvSpPr>
            <a:spLocks noGrp="1"/>
          </p:cNvSpPr>
          <p:nvPr>
            <p:ph idx="1"/>
          </p:nvPr>
        </p:nvSpPr>
        <p:spPr/>
        <p:txBody>
          <a:bodyPr>
            <a:normAutofit/>
          </a:bodyPr>
          <a:lstStyle/>
          <a:p>
            <a:pPr marL="0" indent="0" algn="just">
              <a:buNone/>
            </a:pPr>
            <a:r>
              <a:rPr lang="en-US" sz="2000" b="1" dirty="0" smtClean="0">
                <a:latin typeface="Times New Roman" panose="02020603050405020304" pitchFamily="18" charset="0"/>
                <a:cs typeface="Times New Roman" panose="02020603050405020304" pitchFamily="18" charset="0"/>
              </a:rPr>
              <a:t>Shop </a:t>
            </a:r>
            <a:r>
              <a:rPr lang="en-US" sz="2000" b="1" dirty="0">
                <a:latin typeface="Times New Roman" panose="02020603050405020304" pitchFamily="18" charset="0"/>
                <a:cs typeface="Times New Roman" panose="02020603050405020304" pitchFamily="18" charset="0"/>
              </a:rPr>
              <a:t>Zone</a:t>
            </a:r>
            <a:r>
              <a:rPr lang="en-US" sz="2000" dirty="0">
                <a:latin typeface="Times New Roman" panose="02020603050405020304" pitchFamily="18" charset="0"/>
                <a:cs typeface="Times New Roman" panose="02020603050405020304" pitchFamily="18" charset="0"/>
              </a:rPr>
              <a:t> is an easy-to-use platform where customers can browse and buy fashion products. It offers features like filtering products, managing accounts, and secure order processing for a smooth shopping experience. The project is designed to grow, with plans for future features like better payment options and order tracking. It provides a simple and reliable solution for online shopping.</a:t>
            </a:r>
          </a:p>
        </p:txBody>
      </p:sp>
      <p:sp>
        <p:nvSpPr>
          <p:cNvPr id="4" name="Footer Placeholder 3">
            <a:extLst>
              <a:ext uri="{FF2B5EF4-FFF2-40B4-BE49-F238E27FC236}">
                <a16:creationId xmlns:a16="http://schemas.microsoft.com/office/drawing/2014/main" id="{25D1ABC7-05BA-D593-E789-69D7B5D70BEA}"/>
              </a:ext>
            </a:extLst>
          </p:cNvPr>
          <p:cNvSpPr>
            <a:spLocks noGrp="1"/>
          </p:cNvSpPr>
          <p:nvPr>
            <p:ph type="ftr" sz="quarter" idx="11"/>
          </p:nvPr>
        </p:nvSpPr>
        <p:spPr/>
        <p:txBody>
          <a:bodyPr/>
          <a:lstStyle/>
          <a:p>
            <a:r>
              <a:rPr lang="en-US"/>
              <a:t>Department of Computer Science </a:t>
            </a:r>
            <a:endParaRPr lang="en-US" dirty="0"/>
          </a:p>
        </p:txBody>
      </p:sp>
      <p:sp>
        <p:nvSpPr>
          <p:cNvPr id="5" name="Slide Number Placeholder 4">
            <a:extLst>
              <a:ext uri="{FF2B5EF4-FFF2-40B4-BE49-F238E27FC236}">
                <a16:creationId xmlns:a16="http://schemas.microsoft.com/office/drawing/2014/main" id="{3A9DDC06-5B6C-682F-8188-29166EA71F61}"/>
              </a:ext>
            </a:extLst>
          </p:cNvPr>
          <p:cNvSpPr>
            <a:spLocks noGrp="1"/>
          </p:cNvSpPr>
          <p:nvPr>
            <p:ph type="sldNum" sz="quarter" idx="12"/>
          </p:nvPr>
        </p:nvSpPr>
        <p:spPr/>
        <p:txBody>
          <a:bodyPr/>
          <a:lstStyle/>
          <a:p>
            <a:fld id="{4EE46D15-3898-4B85-9369-B7C77A63AF05}" type="slidenum">
              <a:rPr lang="en-US" smtClean="0"/>
              <a:t>34</a:t>
            </a:fld>
            <a:endParaRPr lang="en-US"/>
          </a:p>
        </p:txBody>
      </p:sp>
    </p:spTree>
    <p:extLst>
      <p:ext uri="{BB962C8B-B14F-4D97-AF65-F5344CB8AC3E}">
        <p14:creationId xmlns:p14="http://schemas.microsoft.com/office/powerpoint/2010/main" val="266900698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37CAFA-A288-C2CF-3C86-999C452760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ACA682-B366-4D4B-8EFC-9591CD4C2367}"/>
              </a:ext>
            </a:extLst>
          </p:cNvPr>
          <p:cNvSpPr>
            <a:spLocks noGrp="1"/>
          </p:cNvSpPr>
          <p:nvPr>
            <p:ph type="title"/>
          </p:nvPr>
        </p:nvSpPr>
        <p:spPr/>
        <p:txBody>
          <a:bodyPr/>
          <a:lstStyle/>
          <a:p>
            <a:r>
              <a:rPr lang="en-IN" dirty="0"/>
              <a:t>Future Work</a:t>
            </a:r>
            <a:endParaRPr lang="en-US" dirty="0"/>
          </a:p>
        </p:txBody>
      </p:sp>
      <p:sp>
        <p:nvSpPr>
          <p:cNvPr id="3" name="Content Placeholder 2">
            <a:extLst>
              <a:ext uri="{FF2B5EF4-FFF2-40B4-BE49-F238E27FC236}">
                <a16:creationId xmlns:a16="http://schemas.microsoft.com/office/drawing/2014/main" id="{BE713CFB-8FDF-5235-99CD-450851017FEA}"/>
              </a:ext>
            </a:extLst>
          </p:cNvPr>
          <p:cNvSpPr>
            <a:spLocks noGrp="1"/>
          </p:cNvSpPr>
          <p:nvPr>
            <p:ph idx="1"/>
          </p:nvPr>
        </p:nvSpPr>
        <p:spPr/>
        <p:txBody>
          <a:bodyPr>
            <a:normAutofit/>
          </a:bodyPr>
          <a:lstStyle/>
          <a:p>
            <a:pPr rtl="0" fontAlgn="base">
              <a:spcBef>
                <a:spcPts val="1200"/>
              </a:spcBef>
              <a:buFont typeface="+mj-lt"/>
              <a:buAutoNum type="arabicPeriod"/>
            </a:pPr>
            <a:r>
              <a:rPr lang="en-US" sz="2000" i="0" u="none" strike="noStrike" dirty="0">
                <a:solidFill>
                  <a:srgbClr val="000000"/>
                </a:solidFill>
                <a:effectLst/>
                <a:latin typeface="Times New Roman" panose="02020603050405020304" pitchFamily="18" charset="0"/>
                <a:cs typeface="Times New Roman" panose="02020603050405020304" pitchFamily="18" charset="0"/>
              </a:rPr>
              <a:t>Advanced Payment Options:.</a:t>
            </a:r>
          </a:p>
          <a:p>
            <a:pPr rtl="0" fontAlgn="base">
              <a:buFont typeface="+mj-lt"/>
              <a:buAutoNum type="arabicPeriod"/>
            </a:pPr>
            <a:r>
              <a:rPr lang="en-US" sz="2000" i="0" u="none" strike="noStrike" dirty="0">
                <a:solidFill>
                  <a:srgbClr val="000000"/>
                </a:solidFill>
                <a:effectLst/>
                <a:latin typeface="Times New Roman" panose="02020603050405020304" pitchFamily="18" charset="0"/>
                <a:cs typeface="Times New Roman" panose="02020603050405020304" pitchFamily="18" charset="0"/>
              </a:rPr>
              <a:t>Mobile Application:</a:t>
            </a:r>
          </a:p>
          <a:p>
            <a:pPr rtl="0" fontAlgn="base">
              <a:buFont typeface="+mj-lt"/>
              <a:buAutoNum type="arabicPeriod"/>
            </a:pPr>
            <a:r>
              <a:rPr lang="en-US" sz="2000" i="0" u="none" strike="noStrike" dirty="0">
                <a:solidFill>
                  <a:srgbClr val="000000"/>
                </a:solidFill>
                <a:effectLst/>
                <a:latin typeface="Times New Roman" panose="02020603050405020304" pitchFamily="18" charset="0"/>
                <a:cs typeface="Times New Roman" panose="02020603050405020304" pitchFamily="18" charset="0"/>
              </a:rPr>
              <a:t>Customer Reviews and Ratings:</a:t>
            </a:r>
          </a:p>
          <a:p>
            <a:pPr rtl="0" fontAlgn="base">
              <a:buFont typeface="+mj-lt"/>
              <a:buAutoNum type="arabicPeriod"/>
            </a:pPr>
            <a:r>
              <a:rPr lang="en-US" sz="2000" i="0" u="none" strike="noStrike" dirty="0">
                <a:solidFill>
                  <a:srgbClr val="000000"/>
                </a:solidFill>
                <a:effectLst/>
                <a:latin typeface="Times New Roman" panose="02020603050405020304" pitchFamily="18" charset="0"/>
                <a:cs typeface="Times New Roman" panose="02020603050405020304" pitchFamily="18" charset="0"/>
              </a:rPr>
              <a:t>Real-Time Order Tracking:</a:t>
            </a:r>
          </a:p>
          <a:p>
            <a:pPr rtl="0" fontAlgn="base">
              <a:buFont typeface="+mj-lt"/>
              <a:buAutoNum type="arabicPeriod"/>
            </a:pPr>
            <a:r>
              <a:rPr lang="en-US" sz="2000" i="0" u="none" strike="noStrike" dirty="0">
                <a:solidFill>
                  <a:srgbClr val="000000"/>
                </a:solidFill>
                <a:effectLst/>
                <a:latin typeface="Times New Roman" panose="02020603050405020304" pitchFamily="18" charset="0"/>
                <a:cs typeface="Times New Roman" panose="02020603050405020304" pitchFamily="18" charset="0"/>
              </a:rPr>
              <a:t>Discount Coupons and Loyalty Programs:</a:t>
            </a:r>
          </a:p>
          <a:p>
            <a:pPr marL="0" indent="0" rtl="0" fontAlgn="base">
              <a:buNone/>
            </a:pPr>
            <a:r>
              <a:rPr lang="en-US" sz="2000" i="0" u="none" strike="noStrike" dirty="0">
                <a:solidFill>
                  <a:srgbClr val="000000"/>
                </a:solidFill>
                <a:effectLst/>
                <a:latin typeface="Times New Roman" panose="02020603050405020304" pitchFamily="18" charset="0"/>
                <a:cs typeface="Times New Roman" panose="02020603050405020304" pitchFamily="18" charset="0"/>
              </a:rPr>
              <a:t>6.  Inventory Management for Admins:</a:t>
            </a:r>
          </a:p>
          <a:p>
            <a:pPr marL="0" indent="0" rtl="0" fontAlgn="base">
              <a:buNone/>
            </a:pPr>
            <a:r>
              <a:rPr lang="en-US" sz="2000" i="0" u="none" strike="noStrike" dirty="0">
                <a:solidFill>
                  <a:srgbClr val="000000"/>
                </a:solidFill>
                <a:effectLst/>
                <a:latin typeface="Times New Roman" panose="02020603050405020304" pitchFamily="18" charset="0"/>
                <a:cs typeface="Times New Roman" panose="02020603050405020304" pitchFamily="18" charset="0"/>
              </a:rPr>
              <a:t>7.  Customer care Support:</a:t>
            </a:r>
          </a:p>
          <a:p>
            <a:pPr marL="0" indent="0" rtl="0" fontAlgn="base">
              <a:buNone/>
            </a:pPr>
            <a:r>
              <a:rPr lang="en-US" sz="2000" i="0" u="none" strike="noStrike" dirty="0">
                <a:solidFill>
                  <a:srgbClr val="000000"/>
                </a:solidFill>
                <a:effectLst/>
                <a:latin typeface="Times New Roman" panose="02020603050405020304" pitchFamily="18" charset="0"/>
                <a:cs typeface="Times New Roman" panose="02020603050405020304" pitchFamily="18" charset="0"/>
              </a:rPr>
              <a:t>8.  Social Media Integration:</a:t>
            </a:r>
          </a:p>
          <a:p>
            <a:pPr marL="0" indent="0" rtl="0" fontAlgn="base">
              <a:buNone/>
            </a:pPr>
            <a:endParaRPr lang="en-US" sz="2000" b="1" i="0" u="none" strike="noStrike" dirty="0">
              <a:solidFill>
                <a:srgbClr val="000000"/>
              </a:solidFill>
              <a:effectLst/>
              <a:latin typeface="Arial" panose="020B0604020202020204" pitchFamily="34" charset="0"/>
            </a:endParaRPr>
          </a:p>
          <a:p>
            <a:pPr marL="0" indent="0">
              <a:buNone/>
            </a:pPr>
            <a:endParaRPr lang="en-US" dirty="0"/>
          </a:p>
        </p:txBody>
      </p:sp>
      <p:sp>
        <p:nvSpPr>
          <p:cNvPr id="4" name="Footer Placeholder 3">
            <a:extLst>
              <a:ext uri="{FF2B5EF4-FFF2-40B4-BE49-F238E27FC236}">
                <a16:creationId xmlns:a16="http://schemas.microsoft.com/office/drawing/2014/main" id="{498FFC12-7AD9-DAF8-F2F3-E97B101F04D1}"/>
              </a:ext>
            </a:extLst>
          </p:cNvPr>
          <p:cNvSpPr>
            <a:spLocks noGrp="1"/>
          </p:cNvSpPr>
          <p:nvPr>
            <p:ph type="ftr" sz="quarter" idx="11"/>
          </p:nvPr>
        </p:nvSpPr>
        <p:spPr/>
        <p:txBody>
          <a:bodyPr/>
          <a:lstStyle/>
          <a:p>
            <a:r>
              <a:rPr lang="en-US"/>
              <a:t>Department of Computer Science </a:t>
            </a:r>
            <a:endParaRPr lang="en-US" dirty="0"/>
          </a:p>
        </p:txBody>
      </p:sp>
      <p:sp>
        <p:nvSpPr>
          <p:cNvPr id="5" name="Slide Number Placeholder 4">
            <a:extLst>
              <a:ext uri="{FF2B5EF4-FFF2-40B4-BE49-F238E27FC236}">
                <a16:creationId xmlns:a16="http://schemas.microsoft.com/office/drawing/2014/main" id="{2C576532-63BA-0FF8-1510-30B3C02A0DD7}"/>
              </a:ext>
            </a:extLst>
          </p:cNvPr>
          <p:cNvSpPr>
            <a:spLocks noGrp="1"/>
          </p:cNvSpPr>
          <p:nvPr>
            <p:ph type="sldNum" sz="quarter" idx="12"/>
          </p:nvPr>
        </p:nvSpPr>
        <p:spPr/>
        <p:txBody>
          <a:bodyPr/>
          <a:lstStyle/>
          <a:p>
            <a:fld id="{4EE46D15-3898-4B85-9369-B7C77A63AF05}" type="slidenum">
              <a:rPr lang="en-US" smtClean="0"/>
              <a:t>35</a:t>
            </a:fld>
            <a:endParaRPr lang="en-US"/>
          </a:p>
        </p:txBody>
      </p:sp>
    </p:spTree>
    <p:extLst>
      <p:ext uri="{BB962C8B-B14F-4D97-AF65-F5344CB8AC3E}">
        <p14:creationId xmlns:p14="http://schemas.microsoft.com/office/powerpoint/2010/main" val="172924949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7EA2F1-3E70-7FF5-3B8A-B9B12BE715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D87DF4-C29C-A33D-5B93-7447E1562B26}"/>
              </a:ext>
            </a:extLst>
          </p:cNvPr>
          <p:cNvSpPr>
            <a:spLocks noGrp="1"/>
          </p:cNvSpPr>
          <p:nvPr>
            <p:ph type="title"/>
          </p:nvPr>
        </p:nvSpPr>
        <p:spPr/>
        <p:txBody>
          <a:bodyPr/>
          <a:lstStyle/>
          <a:p>
            <a:r>
              <a:rPr lang="en-IN" sz="4400" b="1" i="0" u="none" strike="noStrike" dirty="0">
                <a:solidFill>
                  <a:srgbClr val="000000"/>
                </a:solidFill>
                <a:effectLst/>
                <a:latin typeface="Times New Roman" panose="02020603050405020304" pitchFamily="18" charset="0"/>
              </a:rPr>
              <a:t>Bibliography</a:t>
            </a:r>
            <a:endParaRPr lang="en-US" dirty="0"/>
          </a:p>
        </p:txBody>
      </p:sp>
      <p:sp>
        <p:nvSpPr>
          <p:cNvPr id="3" name="Content Placeholder 2">
            <a:extLst>
              <a:ext uri="{FF2B5EF4-FFF2-40B4-BE49-F238E27FC236}">
                <a16:creationId xmlns:a16="http://schemas.microsoft.com/office/drawing/2014/main" id="{A9E49F2D-DC33-1B2B-9CE3-8E98FA13D97B}"/>
              </a:ext>
            </a:extLst>
          </p:cNvPr>
          <p:cNvSpPr>
            <a:spLocks noGrp="1"/>
          </p:cNvSpPr>
          <p:nvPr>
            <p:ph idx="1"/>
          </p:nvPr>
        </p:nvSpPr>
        <p:spPr/>
        <p:txBody>
          <a:bodyPr>
            <a:normAutofit fontScale="77500" lnSpcReduction="20000"/>
          </a:bodyPr>
          <a:lstStyle/>
          <a:p>
            <a:pPr rtl="0"/>
            <a:r>
              <a:rPr lang="en-US" sz="3200" b="1" i="0" u="none" strike="noStrike" dirty="0">
                <a:solidFill>
                  <a:srgbClr val="000000"/>
                </a:solidFill>
                <a:effectLst/>
                <a:latin typeface="Times New Roman" panose="02020603050405020304" pitchFamily="18" charset="0"/>
              </a:rPr>
              <a:t>Jsp and servlet : </a:t>
            </a:r>
            <a:endParaRPr lang="en-US" sz="3200" b="0" dirty="0">
              <a:effectLst/>
            </a:endParaRPr>
          </a:p>
          <a:p>
            <a:pPr rtl="0" fontAlgn="base">
              <a:buFont typeface="Arial" panose="020B0604020202020204" pitchFamily="34" charset="0"/>
              <a:buChar char="•"/>
            </a:pPr>
            <a:r>
              <a:rPr lang="en-US" sz="3200" b="0" i="0" u="sng" strike="noStrike" dirty="0">
                <a:solidFill>
                  <a:srgbClr val="1155CC"/>
                </a:solidFill>
                <a:effectLst/>
                <a:latin typeface="Times New Roman" panose="02020603050405020304" pitchFamily="18" charset="0"/>
                <a:hlinkClick r:id="rId2"/>
              </a:rPr>
              <a:t>https://docs.oracle.com/javaee/5/tutorial/doc/bnafe.html#:~:text=A%20servlet%20is%20a%20Java,a%20request%2Dresponse%20programming%20model</a:t>
            </a:r>
            <a:endParaRPr lang="en-US" sz="3200" b="0" i="0" u="sng" strike="noStrike" dirty="0">
              <a:solidFill>
                <a:srgbClr val="1155CC"/>
              </a:solidFill>
              <a:effectLst/>
              <a:latin typeface="Times New Roman" panose="02020603050405020304" pitchFamily="18" charset="0"/>
            </a:endParaRPr>
          </a:p>
          <a:p>
            <a:pPr marL="0" indent="0" rtl="0" fontAlgn="base">
              <a:buNone/>
            </a:pPr>
            <a:endParaRPr lang="en-US" sz="3200" b="0" i="0" u="none" strike="noStrike" dirty="0">
              <a:solidFill>
                <a:srgbClr val="000000"/>
              </a:solidFill>
              <a:effectLst/>
              <a:latin typeface="Times New Roman" panose="02020603050405020304" pitchFamily="18" charset="0"/>
            </a:endParaRPr>
          </a:p>
          <a:p>
            <a:pPr fontAlgn="base"/>
            <a:r>
              <a:rPr lang="en-US" sz="3200" b="0" i="0" u="sng" strike="noStrike" dirty="0">
                <a:solidFill>
                  <a:srgbClr val="1155CC"/>
                </a:solidFill>
                <a:effectLst/>
                <a:latin typeface="Times New Roman" panose="02020603050405020304" pitchFamily="18" charset="0"/>
                <a:hlinkClick r:id="rId3"/>
              </a:rPr>
              <a:t>https://www.oreilly.com/library/view/more-servlets-and/0130676144/</a:t>
            </a:r>
            <a:endParaRPr lang="en-US" sz="3200" b="0" i="0" u="sng" strike="noStrike" dirty="0">
              <a:solidFill>
                <a:srgbClr val="1155CC"/>
              </a:solidFill>
              <a:effectLst/>
              <a:latin typeface="Times New Roman" panose="02020603050405020304" pitchFamily="18" charset="0"/>
            </a:endParaRPr>
          </a:p>
          <a:p>
            <a:pPr marL="0" indent="0" fontAlgn="base">
              <a:buNone/>
            </a:pPr>
            <a:endParaRPr lang="en-US" sz="3200" b="0" i="0" u="none" strike="noStrike" dirty="0">
              <a:solidFill>
                <a:srgbClr val="000000"/>
              </a:solidFill>
              <a:effectLst/>
              <a:latin typeface="Times New Roman" panose="02020603050405020304" pitchFamily="18" charset="0"/>
            </a:endParaRPr>
          </a:p>
          <a:p>
            <a:r>
              <a:rPr lang="en-US" sz="3200" b="1" i="0" u="none" strike="noStrike" dirty="0">
                <a:solidFill>
                  <a:srgbClr val="000000"/>
                </a:solidFill>
                <a:effectLst/>
                <a:latin typeface="Times New Roman" panose="02020603050405020304" pitchFamily="18" charset="0"/>
              </a:rPr>
              <a:t>Product images:</a:t>
            </a:r>
            <a:endParaRPr lang="en-US" sz="3200" b="0" dirty="0">
              <a:effectLst/>
            </a:endParaRPr>
          </a:p>
          <a:p>
            <a:pPr fontAlgn="base"/>
            <a:r>
              <a:rPr lang="en-US" sz="3200" b="0" i="0" u="none" strike="noStrike" dirty="0">
                <a:solidFill>
                  <a:srgbClr val="000000"/>
                </a:solidFill>
                <a:effectLst/>
                <a:latin typeface="Times New Roman" panose="02020603050405020304" pitchFamily="18" charset="0"/>
              </a:rPr>
              <a:t>Freepik</a:t>
            </a:r>
          </a:p>
          <a:p>
            <a:pPr fontAlgn="base"/>
            <a:r>
              <a:rPr lang="en-US" sz="3200" b="0" i="0" u="none" strike="noStrike" dirty="0">
                <a:solidFill>
                  <a:srgbClr val="000000"/>
                </a:solidFill>
                <a:effectLst/>
                <a:latin typeface="Times New Roman" panose="02020603050405020304" pitchFamily="18" charset="0"/>
              </a:rPr>
              <a:t>Pixabay</a:t>
            </a:r>
          </a:p>
          <a:p>
            <a:pPr fontAlgn="base"/>
            <a:r>
              <a:rPr lang="en-US" sz="3200" b="0" i="0" u="none" strike="noStrike" dirty="0">
                <a:solidFill>
                  <a:srgbClr val="000000"/>
                </a:solidFill>
                <a:effectLst/>
                <a:latin typeface="Times New Roman" panose="02020603050405020304" pitchFamily="18" charset="0"/>
              </a:rPr>
              <a:t>figma.com</a:t>
            </a:r>
          </a:p>
          <a:p>
            <a:endParaRPr lang="en-US" dirty="0"/>
          </a:p>
        </p:txBody>
      </p:sp>
      <p:sp>
        <p:nvSpPr>
          <p:cNvPr id="4" name="Footer Placeholder 3">
            <a:extLst>
              <a:ext uri="{FF2B5EF4-FFF2-40B4-BE49-F238E27FC236}">
                <a16:creationId xmlns:a16="http://schemas.microsoft.com/office/drawing/2014/main" id="{A8A198B2-A783-4FAA-A641-C22EF5FACBBA}"/>
              </a:ext>
            </a:extLst>
          </p:cNvPr>
          <p:cNvSpPr>
            <a:spLocks noGrp="1"/>
          </p:cNvSpPr>
          <p:nvPr>
            <p:ph type="ftr" sz="quarter" idx="11"/>
          </p:nvPr>
        </p:nvSpPr>
        <p:spPr/>
        <p:txBody>
          <a:bodyPr/>
          <a:lstStyle/>
          <a:p>
            <a:r>
              <a:rPr lang="en-US"/>
              <a:t>Department of Computer Science </a:t>
            </a:r>
            <a:endParaRPr lang="en-US" dirty="0"/>
          </a:p>
        </p:txBody>
      </p:sp>
      <p:sp>
        <p:nvSpPr>
          <p:cNvPr id="5" name="Slide Number Placeholder 4">
            <a:extLst>
              <a:ext uri="{FF2B5EF4-FFF2-40B4-BE49-F238E27FC236}">
                <a16:creationId xmlns:a16="http://schemas.microsoft.com/office/drawing/2014/main" id="{D9AB06D9-174A-E6C8-5A29-6C2EA22F5395}"/>
              </a:ext>
            </a:extLst>
          </p:cNvPr>
          <p:cNvSpPr>
            <a:spLocks noGrp="1"/>
          </p:cNvSpPr>
          <p:nvPr>
            <p:ph type="sldNum" sz="quarter" idx="12"/>
          </p:nvPr>
        </p:nvSpPr>
        <p:spPr/>
        <p:txBody>
          <a:bodyPr/>
          <a:lstStyle/>
          <a:p>
            <a:fld id="{4EE46D15-3898-4B85-9369-B7C77A63AF05}" type="slidenum">
              <a:rPr lang="en-US" smtClean="0"/>
              <a:t>36</a:t>
            </a:fld>
            <a:endParaRPr lang="en-US"/>
          </a:p>
        </p:txBody>
      </p:sp>
    </p:spTree>
    <p:extLst>
      <p:ext uri="{BB962C8B-B14F-4D97-AF65-F5344CB8AC3E}">
        <p14:creationId xmlns:p14="http://schemas.microsoft.com/office/powerpoint/2010/main" val="16447991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Concourse</Template>
  <TotalTime>2158</TotalTime>
  <Words>924</Words>
  <Application>Microsoft Office PowerPoint</Application>
  <PresentationFormat>On-screen Show (4:3)</PresentationFormat>
  <Paragraphs>226</Paragraphs>
  <Slides>36</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36</vt:i4>
      </vt:variant>
    </vt:vector>
  </HeadingPairs>
  <TitlesOfParts>
    <vt:vector size="40" baseType="lpstr">
      <vt:lpstr>Arial</vt:lpstr>
      <vt:lpstr>Calibri</vt:lpstr>
      <vt:lpstr>Times New Roman</vt:lpstr>
      <vt:lpstr>Office Theme</vt:lpstr>
      <vt:lpstr>PowerPoint Presentation</vt:lpstr>
      <vt:lpstr>Table of Content</vt:lpstr>
      <vt:lpstr>Project Profile</vt:lpstr>
      <vt:lpstr>Project Description</vt:lpstr>
      <vt:lpstr>Project Description</vt:lpstr>
      <vt:lpstr>Project Description</vt:lpstr>
      <vt:lpstr>Flow of System</vt:lpstr>
      <vt:lpstr>System Architecture</vt:lpstr>
      <vt:lpstr>System Design</vt:lpstr>
      <vt:lpstr>  use case diagram of customer </vt:lpstr>
      <vt:lpstr> use case diagram of delivery person</vt:lpstr>
      <vt:lpstr>use case diagram of guest</vt:lpstr>
      <vt:lpstr>Activity diagrams </vt:lpstr>
      <vt:lpstr> Activity Diagram of User(customer , system) </vt:lpstr>
      <vt:lpstr>Activity diagram of order and payment </vt:lpstr>
      <vt:lpstr>Module hierarchy</vt:lpstr>
      <vt:lpstr>                          Data Dictionary </vt:lpstr>
      <vt:lpstr>Home Page</vt:lpstr>
      <vt:lpstr>Home Page</vt:lpstr>
      <vt:lpstr>Home Page</vt:lpstr>
      <vt:lpstr>Sign UP Page</vt:lpstr>
      <vt:lpstr>Login Page</vt:lpstr>
      <vt:lpstr>Shop Page</vt:lpstr>
      <vt:lpstr>Product Detail Page</vt:lpstr>
      <vt:lpstr>Cart</vt:lpstr>
      <vt:lpstr>Cart</vt:lpstr>
      <vt:lpstr>Wishlist</vt:lpstr>
      <vt:lpstr>Product Detail Page</vt:lpstr>
      <vt:lpstr>Check out Page</vt:lpstr>
      <vt:lpstr>Order History Page</vt:lpstr>
      <vt:lpstr>System Testing  </vt:lpstr>
      <vt:lpstr>System Testing  </vt:lpstr>
      <vt:lpstr>System Testing</vt:lpstr>
      <vt:lpstr>Conclusion</vt:lpstr>
      <vt:lpstr>Future Work</vt:lpstr>
      <vt:lpstr>Bibliography</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Khyati Rami</dc:creator>
  <cp:lastModifiedBy>Aasima Mansuri</cp:lastModifiedBy>
  <cp:revision>52</cp:revision>
  <dcterms:created xsi:type="dcterms:W3CDTF">2019-12-05T09:02:25Z</dcterms:created>
  <dcterms:modified xsi:type="dcterms:W3CDTF">2024-12-30T11:59:21Z</dcterms:modified>
</cp:coreProperties>
</file>